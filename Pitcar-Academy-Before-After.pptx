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ef036d01384c17" /><Relationship Type="http://schemas.openxmlformats.org/officeDocument/2006/relationships/extended-properties" Target="/docProps/app.xml" Id="R299b8674e01f416a" /><Relationship Type="http://schemas.openxmlformats.org/officeDocument/2006/relationships/officeDocument" Target="/ppt/presentation.xml" Id="R9e0cebc613ae4d64" /></Relationships>
</file>

<file path=ppt/presentation.xml><?xml version="1.0" encoding="utf-8"?>
<p:presentation xmlns:p="http://schemas.openxmlformats.org/presentationml/2006/main">
  <p:sldMasterIdLst>
    <p:sldMasterId xmlns:r="http://schemas.openxmlformats.org/officeDocument/2006/relationships" id="2147483648" r:id="R339d393e8e0b44ea"/>
  </p:sldMasterIdLst>
  <p:notesMasterIdLst>
    <p:notesMasterId xmlns:r="http://schemas.openxmlformats.org/officeDocument/2006/relationships" r:id="R26d621d5ca92490d"/>
  </p:notesMasterIdLst>
  <p:sldIdLst>
    <p:sldId xmlns:r="http://schemas.openxmlformats.org/officeDocument/2006/relationships" id="256" r:id="Rb2500204da23453f"/>
    <p:sldId xmlns:r="http://schemas.openxmlformats.org/officeDocument/2006/relationships" id="257" r:id="Re276dad09b9643a9"/>
    <p:sldId xmlns:r="http://schemas.openxmlformats.org/officeDocument/2006/relationships" id="258" r:id="R1658aba5368d4f6f"/>
    <p:sldId xmlns:r="http://schemas.openxmlformats.org/officeDocument/2006/relationships" id="259" r:id="R396fb95731ef41cf"/>
    <p:sldId xmlns:r="http://schemas.openxmlformats.org/officeDocument/2006/relationships" id="260" r:id="R7bed64930b7f4c6f"/>
    <p:sldId xmlns:r="http://schemas.openxmlformats.org/officeDocument/2006/relationships" id="261" r:id="R1d9d046d78e14524"/>
    <p:sldId xmlns:r="http://schemas.openxmlformats.org/officeDocument/2006/relationships" id="262" r:id="R732623a991fd4fdf"/>
    <p:sldId xmlns:r="http://schemas.openxmlformats.org/officeDocument/2006/relationships" id="263" r:id="Rf98ceb5ebb3845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6d6cd8da854c71" /><Relationship Type="http://schemas.openxmlformats.org/officeDocument/2006/relationships/slideMaster" Target="/ppt/slideMasters/slideMaster1.xml" Id="R339d393e8e0b44ea" /><Relationship Type="http://schemas.openxmlformats.org/officeDocument/2006/relationships/notesMaster" Target="/ppt/notesMasters/notesMaster1.xml" Id="R26d621d5ca92490d" /><Relationship Type="http://schemas.openxmlformats.org/officeDocument/2006/relationships/presProps" Target="/ppt/presProps.xml" Id="Raa854a7620924780" /><Relationship Type="http://schemas.openxmlformats.org/officeDocument/2006/relationships/tableStyles" Target="/ppt/tableStyles.xml" Id="Rb89632e01a054756" /><Relationship Type="http://schemas.openxmlformats.org/officeDocument/2006/relationships/slide" Target="/ppt/slides/slide1.xml" Id="Rb2500204da23453f" /><Relationship Type="http://schemas.openxmlformats.org/officeDocument/2006/relationships/slide" Target="/ppt/slides/slide2.xml" Id="Re276dad09b9643a9" /><Relationship Type="http://schemas.openxmlformats.org/officeDocument/2006/relationships/slide" Target="/ppt/slides/slide3.xml" Id="R1658aba5368d4f6f" /><Relationship Type="http://schemas.openxmlformats.org/officeDocument/2006/relationships/slide" Target="/ppt/slides/slide4.xml" Id="R396fb95731ef41cf" /><Relationship Type="http://schemas.openxmlformats.org/officeDocument/2006/relationships/slide" Target="/ppt/slides/slide5.xml" Id="R7bed64930b7f4c6f" /><Relationship Type="http://schemas.openxmlformats.org/officeDocument/2006/relationships/slide" Target="/ppt/slides/slide6.xml" Id="R1d9d046d78e14524" /><Relationship Type="http://schemas.openxmlformats.org/officeDocument/2006/relationships/slide" Target="/ppt/slides/slide7.xml" Id="R732623a991fd4fdf" /><Relationship Type="http://schemas.openxmlformats.org/officeDocument/2006/relationships/slide" Target="/ppt/slides/slide8.xml" Id="Rf98ceb5ebb3845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8a49ac05f34c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0c68bf2a344256" /><Relationship Type="http://schemas.openxmlformats.org/officeDocument/2006/relationships/notesMaster" Target="/ppt/notesMasters/notesMaster1.xml" Id="R910988a8082e42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b5b6de8f2e4ffb" /><Relationship Type="http://schemas.openxmlformats.org/officeDocument/2006/relationships/notesMaster" Target="/ppt/notesMasters/notesMaster1.xml" Id="Rc04b4a9c361f44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5ee5ab8ad54a95" /><Relationship Type="http://schemas.openxmlformats.org/officeDocument/2006/relationships/notesMaster" Target="/ppt/notesMasters/notesMaster1.xml" Id="R35383361724247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0d6f37be574b2e" /><Relationship Type="http://schemas.openxmlformats.org/officeDocument/2006/relationships/notesMaster" Target="/ppt/notesMasters/notesMaster1.xml" Id="Rb6bc3717158646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3e8e2980ca48d9" /><Relationship Type="http://schemas.openxmlformats.org/officeDocument/2006/relationships/notesMaster" Target="/ppt/notesMasters/notesMaster1.xml" Id="Rb86f70ff1a2846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065c64db5e4744" /><Relationship Type="http://schemas.openxmlformats.org/officeDocument/2006/relationships/notesMaster" Target="/ppt/notesMasters/notesMaster1.xml" Id="R698fcebbbd5e43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18f23c272140f1" /><Relationship Type="http://schemas.openxmlformats.org/officeDocument/2006/relationships/notesMaster" Target="/ppt/notesMasters/notesMaster1.xml" Id="R2ed72738b0104b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0a68e246104da0" /><Relationship Type="http://schemas.openxmlformats.org/officeDocument/2006/relationships/notesMaster" Target="/ppt/notesMasters/notesMaster1.xml" Id="R3829d2c13bf74a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Buka dengan konteks bahwa ini bukan sekadar pergantian warna. Fokus presentasi adalah perubahan positioning, hierarki informasi, dan kesiapan funnel agar website lebih mudah dipercaya serta lebih mudah ditindaklanjuti oleh tim sales.</a:t>
            </a:r>
          </a:p>
          <a:p xmlns:a="http://schemas.openxmlformats.org/drawingml/2006/main">
            <a:r>
              <a:t/>
            </a:r>
          </a:p>
          <a:p xmlns:a="http://schemas.openxmlformats.org/drawingml/2006/main">
            <a:r>
              <a:t>[Sources]</a:t>
            </a:r>
          </a:p>
          <a:p xmlns:a="http://schemas.openxmlformats.org/drawingml/2006/main">
            <a:r>
              <a:t>- Current repository screenshot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pergeseran urutan persuasi. Versi lama menarik secara emosional, tetapi menumpuk outcome dan benefit sejak awal. Versi baru memulai dari konteks yang konkret—bengkel nyata—lalu membuktikan metode dan baru mengarahkan ke pilihan program.</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Jangan menilai versi lama sebagai desain buruk. Ia efektif membangun energi dan urgensi. Masalahnya adalah kecocokan positioning: Pitcar Academy perlu terlihat sebagai lembaga vokasi yang bertumpu pada operasi bengkel, bukan sebagai course ad yang bergantung pada gaya promosi.</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 baru mengurangi beban visual tanpa kehilangan karakter Pitcar. Foto mekanik tidak lagi menjadi dekorasi di samping headline kampanye; foto itu menjadi bukti dari kalimat utama. Ini penting untuk menghubungkan brand Academy dengan ekosistem bengkel PITCAR.</a:t>
            </a:r>
          </a:p>
          <a:p xmlns:a="http://schemas.openxmlformats.org/drawingml/2006/main">
            <a:r>
              <a:t/>
            </a:r>
          </a:p>
          <a:p xmlns:a="http://schemas.openxmlformats.org/drawingml/2006/main">
            <a:r>
              <a:t>[Sources]</a:t>
            </a:r>
          </a:p>
          <a:p xmlns:a="http://schemas.openxmlformats.org/drawingml/2006/main">
            <a:r>
              <a:t>- Current repository screenshot (HEAD a42306a), captured locally on 2026-08-30.</a:t>
            </a:r>
          </a:p>
          <a:p xmlns:a="http://schemas.openxmlformats.org/drawingml/2006/main">
            <a:r>
              <a:t>- Internal repository: docs/design-system.md.</a:t>
            </a:r>
          </a:p>
          <a:p xmlns:a="http://schemas.openxmlformats.org/drawingml/2006/main">
            <a:r>
              <a:t>- Internal repository: docs/landing-page-revamp-proposal.md.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 adalah slide utama untuk pembacaan before/after. Arahkan audiens melihat tiga hal: perubahan kata pertama yang dibaca, perubahan suasana visual, lalu perubahan pilihan tindakan. Kedua screenshot diambil dari build lokal dengan ukuran desktop yang sama.</a:t>
            </a:r>
          </a:p>
          <a:p xmlns:a="http://schemas.openxmlformats.org/drawingml/2006/main">
            <a:r>
              <a:t/>
            </a:r>
          </a:p>
          <a:p xmlns:a="http://schemas.openxmlformats.org/drawingml/2006/main">
            <a:r>
              <a:t>[Sources]</a:t>
            </a:r>
          </a:p>
          <a:p xmlns:a="http://schemas.openxmlformats.org/drawingml/2006/main">
            <a:r>
              <a:t>- Visual baseline: repository commit ec27408, captured locally on 2026-08-30.</a:t>
            </a:r>
          </a:p>
          <a:p xmlns:a="http://schemas.openxmlformats.org/drawingml/2006/main">
            <a:r>
              <a:t>- Current repository: HEAD a42306a, captured locally on 2026-08-30.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Pisahkan perubahan menjadi empat lapisan agar keputusan tidak berhenti pada selera desain. Hierarki dan CTA memengaruhi pemahaman; performance dan accessibility memengaruhi kemampuan mengakses; SEO dan measurement memengaruhi akuisisi serta evaluasi setelah rilis.</a:t>
            </a:r>
          </a:p>
          <a:p xmlns:a="http://schemas.openxmlformats.org/drawingml/2006/main">
            <a:r>
              <a:t/>
            </a:r>
          </a:p>
          <a:p xmlns:a="http://schemas.openxmlformats.org/drawingml/2006/main">
            <a:r>
              <a:t>[Sources]</a:t>
            </a:r>
          </a:p>
          <a:p xmlns:a="http://schemas.openxmlformats.org/drawingml/2006/main">
            <a:r>
              <a:t>- Internal repository: docs/landing-page-revamp-proposal.md.</a:t>
            </a:r>
          </a:p>
          <a:p xmlns:a="http://schemas.openxmlformats.org/drawingml/2006/main">
            <a:r>
              <a:t>- Internal repository: docs/release-checklist.md.</a:t>
            </a:r>
          </a:p>
          <a:p xmlns:a="http://schemas.openxmlformats.org/drawingml/2006/main">
            <a:r>
              <a:t>- Current implementation under src/components/, src/styles/global.css, and src/pages/.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Perubahan visual dan backend saling melengkapi. Form tidak dibuat untuk menggantikan WhatsApp, tetapi untuk memastikan intent dan attribution tercatat sebelum percakapan. Backend mengendalikan validasi, idempotency, scoring, routing consultant, dan deep link WhatsApp.</a:t>
            </a:r>
          </a:p>
          <a:p xmlns:a="http://schemas.openxmlformats.org/drawingml/2006/main">
            <a:r>
              <a:t/>
            </a:r>
          </a:p>
          <a:p xmlns:a="http://schemas.openxmlformats.org/drawingml/2006/main">
            <a:r>
              <a:t>[Sources]</a:t>
            </a:r>
          </a:p>
          <a:p xmlns:a="http://schemas.openxmlformats.org/drawingml/2006/main">
            <a:r>
              <a:t>- Internal repository: docs/lead-api-contract.md.</a:t>
            </a:r>
          </a:p>
          <a:p xmlns:a="http://schemas.openxmlformats.org/drawingml/2006/main">
            <a:r>
              <a:t>- Current repository implementation: src/components/LeadForm.astro and backend/.</a:t>
            </a:r>
          </a:p>
          <a:p xmlns:a="http://schemas.openxmlformats.org/drawingml/2006/main">
            <a:r>
              <a:t>- Form screenshot captured from current local build on 2026-08-30; displayed data is synthetic QA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Tutup dengan keputusan yang jelas. Redesign dan fondasi sistem sudah cukup untuk masuk staging. Fokus berikutnya bukan menambah section baru, melainkan menghubungkan environment, menyetujui rule bisnis, lalu membuktikan jalur lead dari frontend sampai tindak lanjut sales.</a:t>
            </a:r>
          </a:p>
          <a:p xmlns:a="http://schemas.openxmlformats.org/drawingml/2006/main">
            <a:r>
              <a:t/>
            </a:r>
          </a:p>
          <a:p xmlns:a="http://schemas.openxmlformats.org/drawingml/2006/main">
            <a:r>
              <a:t>[Sources]</a:t>
            </a:r>
          </a:p>
          <a:p xmlns:a="http://schemas.openxmlformats.org/drawingml/2006/main">
            <a:r>
              <a:t>- Internal repository: docs/release-checklist.md.</a:t>
            </a:r>
          </a:p>
          <a:p xmlns:a="http://schemas.openxmlformats.org/drawingml/2006/main">
            <a:r>
              <a:t>- Internal repository: docs/environment-setup.md.</a:t>
            </a:r>
          </a:p>
          <a:p xmlns:a="http://schemas.openxmlformats.org/drawingml/2006/main">
            <a:r>
              <a:t>- Current repository implementation under backend/ and src/.</a:t>
            </a:r>
          </a:p>
          <a:p xmlns:a="http://schemas.openxmlformats.org/drawingml/2006/main">
            <a:r>
              <a:t>- Local build verification completed for baseline and current versions on 2026-08-30.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cce79b8aea46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e9924b3b3e4e44" /><Relationship Type="http://schemas.openxmlformats.org/officeDocument/2006/relationships/slideLayout" Target="/ppt/slideLayouts/slideLayout1.xml" Id="R9f08250c310741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08250c310741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b012c5afad43f1" /><Relationship Type="http://schemas.openxmlformats.org/officeDocument/2006/relationships/image" Target="/ppt/media/image.jpeg" Id="Rd43aca6862f14fa0" /><Relationship Type="http://schemas.openxmlformats.org/officeDocument/2006/relationships/notesSlide" Target="/ppt/notesSlides/notesSlide1.xml" Id="R78f70c3a1f0249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b3afdbb66045e2" /><Relationship Type="http://schemas.openxmlformats.org/officeDocument/2006/relationships/notesSlide" Target="/ppt/notesSlides/notesSlide2.xml" Id="R4711e5b4a2f842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837b7ac90d4404" /><Relationship Type="http://schemas.openxmlformats.org/officeDocument/2006/relationships/image" Target="/ppt/media/image2.jpeg" Id="Rc0fcafac746645ba" /><Relationship Type="http://schemas.openxmlformats.org/officeDocument/2006/relationships/notesSlide" Target="/ppt/notesSlides/notesSlide3.xml" Id="R7af5bce982de48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e761bbc1534c0f" /><Relationship Type="http://schemas.openxmlformats.org/officeDocument/2006/relationships/image" Target="/ppt/media/image3.jpeg" Id="R59f0a1cb51bb4091" /><Relationship Type="http://schemas.openxmlformats.org/officeDocument/2006/relationships/notesSlide" Target="/ppt/notesSlides/notesSlide4.xml" Id="Rc21cbd9ed85148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1843237db74b87" /><Relationship Type="http://schemas.openxmlformats.org/officeDocument/2006/relationships/image" Target="/ppt/media/image4.jpeg" Id="Rdadd20c7488d44fb" /><Relationship Type="http://schemas.openxmlformats.org/officeDocument/2006/relationships/image" Target="/ppt/media/image5.jpeg" Id="R4994cbb5d71b4b3c" /><Relationship Type="http://schemas.openxmlformats.org/officeDocument/2006/relationships/notesSlide" Target="/ppt/notesSlides/notesSlide5.xml" Id="Re4e50fe5070144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23775615d545a1" /><Relationship Type="http://schemas.openxmlformats.org/officeDocument/2006/relationships/notesSlide" Target="/ppt/notesSlides/notesSlide6.xml" Id="Ra6de7a6ddfb54b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0f00484fcf4b10" /><Relationship Type="http://schemas.openxmlformats.org/officeDocument/2006/relationships/image" Target="/ppt/media/image6.jpeg" Id="Rea353a3f24b14ad5" /><Relationship Type="http://schemas.openxmlformats.org/officeDocument/2006/relationships/notesSlide" Target="/ppt/notesSlides/notesSlide7.xml" Id="R9d83049ff7464d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0acb69f90d46c5" /><Relationship Type="http://schemas.openxmlformats.org/officeDocument/2006/relationships/notesSlide" Target="/ppt/notesSlides/notesSlide8.xml" Id="R34f9c728d2584131"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B06196-BD3D-4776-B4F2-7CE6B457F577}"/>
              </a:ext>
            </a:extLst>
          </p:cNvPr>
          <p:cNvSpPr>
            <a:spLocks xmlns:a="http://schemas.openxmlformats.org/drawingml/2006/main" noGrp="1"/>
          </p:cNvSpPr>
          <p:nvPr/>
        </p:nvSpPr>
        <p:spPr>
          <a:xfrm xmlns:a="http://schemas.openxmlformats.org/drawingml/2006/main" rot="0">
            <a:off x="0" y="0"/>
            <a:ext cx="114300" cy="68580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17F186A-ECA5-4D15-8889-C2E23C6177BC}"/>
              </a:ext>
            </a:extLst>
          </p:cNvPr>
          <p:cNvSpPr>
            <a:spLocks xmlns:a="http://schemas.openxmlformats.org/drawingml/2006/main" noGrp="1"/>
          </p:cNvSpPr>
          <p:nvPr/>
        </p:nvSpPr>
        <p:spPr>
          <a:xfrm xmlns:a="http://schemas.openxmlformats.org/drawingml/2006/main" rot="0">
            <a:off x="5695950" y="0"/>
            <a:ext cx="6496050" cy="6858000"/>
          </a:xfrm>
          <a:prstGeom xmlns:a="http://schemas.openxmlformats.org/drawingml/2006/main" prst="rect">
            <a:avLst/>
          </a:prstGeom>
          <a:solidFill xmlns:a="http://schemas.openxmlformats.org/drawingml/2006/main">
            <a:srgbClr val="17191F"/>
          </a:solidFill>
          <a:ln xmlns:a="http://schemas.openxmlformats.org/drawingml/2006/main" w="0">
            <a:solidFill>
              <a:srgbClr val="17191F"/>
            </a:solidFill>
            <a:prstDash val="solid"/>
          </a:ln>
        </p:spPr>
      </p:sp>
      <p:sp>
        <p:nvSpPr>
          <p:cNvPr id="3" name="">
            <a:extLst xmlns:a="http://schemas.openxmlformats.org/drawingml/2006/main">
              <a:ext uri="{FF2B5EF4-FFF2-40B4-BE49-F238E27FC236}">
                <a16:creationId xmlns:a16="http://schemas.microsoft.com/office/drawing/2014/main" id="{84E95BCF-A692-49C2-99EA-C9831C5E609F}"/>
              </a:ext>
            </a:extLst>
          </p:cNvPr>
          <p:cNvSpPr>
            <a:spLocks xmlns:a="http://schemas.openxmlformats.org/drawingml/2006/main" noGrp="1"/>
          </p:cNvSpPr>
          <p:nvPr/>
        </p:nvSpPr>
        <p:spPr>
          <a:xfrm xmlns:a="http://schemas.openxmlformats.org/drawingml/2006/main">
            <a:off x="514350" y="5143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C6281C"/>
                </a:solidFill>
                <a:latin typeface="Arial"/>
                <a:ea typeface="Arial"/>
                <a:cs typeface="Arial"/>
              </a:defRPr>
            </a:pPr>
            <a:r>
              <a:rPr sz="1050" b="1">
                <a:solidFill>
                  <a:srgbClr val="C6281C"/>
                </a:solidFill>
                <a:latin typeface="Arial"/>
                <a:ea typeface="Arial"/>
                <a:cs typeface="Arial"/>
              </a:rPr>
              <a:t>PITCAR ACADEMY</a:t>
            </a:r>
          </a:p>
        </p:txBody>
      </p:sp>
      <p:sp>
        <p:nvSpPr>
          <p:cNvPr id="4" name="">
            <a:extLst xmlns:a="http://schemas.openxmlformats.org/drawingml/2006/main">
              <a:ext uri="{FF2B5EF4-FFF2-40B4-BE49-F238E27FC236}">
                <a16:creationId xmlns:a16="http://schemas.microsoft.com/office/drawing/2014/main" id="{E6FB603A-6B73-48AC-9A17-7EC7658A483E}"/>
              </a:ext>
            </a:extLst>
          </p:cNvPr>
          <p:cNvSpPr>
            <a:spLocks xmlns:a="http://schemas.openxmlformats.org/drawingml/2006/main" noGrp="1"/>
          </p:cNvSpPr>
          <p:nvPr/>
        </p:nvSpPr>
        <p:spPr>
          <a:xfrm xmlns:a="http://schemas.openxmlformats.org/drawingml/2006/main">
            <a:off x="514350" y="1390650"/>
            <a:ext cx="4953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0B0B0B"/>
                </a:solidFill>
                <a:latin typeface="Arial"/>
                <a:ea typeface="Arial"/>
                <a:cs typeface="Arial"/>
              </a:defRPr>
            </a:pPr>
            <a:r>
              <a:rPr sz="3900" b="1">
                <a:solidFill>
                  <a:srgbClr val="0B0B0B"/>
                </a:solidFill>
                <a:latin typeface="Arial"/>
                <a:ea typeface="Arial"/>
                <a:cs typeface="Arial"/>
              </a:rPr>
              <a:t>WEBSITE</a:t>
            </a:r>
          </a:p>
          <a:p xmlns:a="http://schemas.openxmlformats.org/drawingml/2006/main">
            <a:pPr algn="l">
              <a:defRPr sz="3900" b="1">
                <a:solidFill>
                  <a:srgbClr val="0B0B0B"/>
                </a:solidFill>
                <a:latin typeface="Arial"/>
                <a:ea typeface="Arial"/>
                <a:cs typeface="Arial"/>
              </a:defRPr>
            </a:pPr>
            <a:r>
              <a:rPr sz="3900" b="1">
                <a:solidFill>
                  <a:srgbClr val="0B0B0B"/>
                </a:solidFill>
                <a:latin typeface="Arial"/>
                <a:ea typeface="Arial"/>
                <a:cs typeface="Arial"/>
              </a:rPr>
              <a:t>BEFORE &amp; AFTER</a:t>
            </a:r>
          </a:p>
        </p:txBody>
      </p:sp>
      <p:sp>
        <p:nvSpPr>
          <p:cNvPr id="5" name="">
            <a:extLst xmlns:a="http://schemas.openxmlformats.org/drawingml/2006/main">
              <a:ext uri="{FF2B5EF4-FFF2-40B4-BE49-F238E27FC236}">
                <a16:creationId xmlns:a16="http://schemas.microsoft.com/office/drawing/2014/main" id="{477A4D5E-AAB4-42C6-9417-5469EF546A2A}"/>
              </a:ext>
            </a:extLst>
          </p:cNvPr>
          <p:cNvSpPr>
            <a:spLocks xmlns:a="http://schemas.openxmlformats.org/drawingml/2006/main" noGrp="1"/>
          </p:cNvSpPr>
          <p:nvPr/>
        </p:nvSpPr>
        <p:spPr>
          <a:xfrm xmlns:a="http://schemas.openxmlformats.org/drawingml/2006/main">
            <a:off x="514350" y="3371850"/>
            <a:ext cx="4533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F5E5A"/>
                </a:solidFill>
                <a:latin typeface="Arial"/>
                <a:ea typeface="Arial"/>
                <a:cs typeface="Arial"/>
              </a:defRPr>
            </a:pPr>
            <a:r>
              <a:rPr sz="1650" b="0">
                <a:solidFill>
                  <a:srgbClr val="5F5E5A"/>
                </a:solidFill>
                <a:latin typeface="Arial"/>
                <a:ea typeface="Arial"/>
                <a:cs typeface="Arial"/>
              </a:rPr>
              <a:t>Dari landing page bergaya kampanye menjadi institusi vokasi yang jelas, kredibel, dan siap mengelola lead.</a:t>
            </a:r>
          </a:p>
        </p:txBody>
      </p:sp>
      <p:sp>
        <p:nvSpPr>
          <p:cNvPr id="6" name="">
            <a:extLst xmlns:a="http://schemas.openxmlformats.org/drawingml/2006/main">
              <a:ext uri="{FF2B5EF4-FFF2-40B4-BE49-F238E27FC236}">
                <a16:creationId xmlns:a16="http://schemas.microsoft.com/office/drawing/2014/main" id="{8B9F6F17-5CBD-4519-9C15-748B099DDC17}"/>
              </a:ext>
            </a:extLst>
          </p:cNvPr>
          <p:cNvSpPr>
            <a:spLocks xmlns:a="http://schemas.openxmlformats.org/drawingml/2006/main" noGrp="1"/>
          </p:cNvSpPr>
          <p:nvPr/>
        </p:nvSpPr>
        <p:spPr>
          <a:xfrm xmlns:a="http://schemas.openxmlformats.org/drawingml/2006/main" rot="0">
            <a:off x="514350" y="4819650"/>
            <a:ext cx="44958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7" name="">
            <a:extLst xmlns:a="http://schemas.openxmlformats.org/drawingml/2006/main">
              <a:ext uri="{FF2B5EF4-FFF2-40B4-BE49-F238E27FC236}">
                <a16:creationId xmlns:a16="http://schemas.microsoft.com/office/drawing/2014/main" id="{66FAE67B-0035-4569-99F8-F61CD95DB06C}"/>
              </a:ext>
            </a:extLst>
          </p:cNvPr>
          <p:cNvSpPr>
            <a:spLocks xmlns:a="http://schemas.openxmlformats.org/drawingml/2006/main" noGrp="1"/>
          </p:cNvSpPr>
          <p:nvPr/>
        </p:nvSpPr>
        <p:spPr>
          <a:xfrm xmlns:a="http://schemas.openxmlformats.org/drawingml/2006/main">
            <a:off x="514350" y="5010150"/>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B0B0B"/>
                </a:solidFill>
                <a:latin typeface="Arial"/>
                <a:ea typeface="Arial"/>
                <a:cs typeface="Arial"/>
              </a:defRPr>
            </a:pPr>
            <a:r>
              <a:rPr sz="1050" b="1">
                <a:solidFill>
                  <a:srgbClr val="0B0B0B"/>
                </a:solidFill>
                <a:latin typeface="Arial"/>
                <a:ea typeface="Arial"/>
                <a:cs typeface="Arial"/>
              </a:rPr>
              <a:t>Visual redesign • Conversion funnel • Backend readiness</a:t>
            </a:r>
          </a:p>
        </p:txBody>
      </p:sp>
      <p:sp>
        <p:nvSpPr>
          <p:cNvPr id="8" name="">
            <a:extLst xmlns:a="http://schemas.openxmlformats.org/drawingml/2006/main">
              <a:ext uri="{FF2B5EF4-FFF2-40B4-BE49-F238E27FC236}">
                <a16:creationId xmlns:a16="http://schemas.microsoft.com/office/drawing/2014/main" id="{59704592-C298-4FB2-BE1F-61174F2C7979}"/>
              </a:ext>
            </a:extLst>
          </p:cNvPr>
          <p:cNvSpPr>
            <a:spLocks xmlns:a="http://schemas.openxmlformats.org/drawingml/2006/main" noGrp="1"/>
          </p:cNvSpPr>
          <p:nvPr/>
        </p:nvSpPr>
        <p:spPr>
          <a:xfrm xmlns:a="http://schemas.openxmlformats.org/drawingml/2006/main">
            <a:off x="514350" y="60483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F5E5A"/>
                </a:solidFill>
                <a:latin typeface="Arial"/>
                <a:ea typeface="Arial"/>
                <a:cs typeface="Arial"/>
              </a:defRPr>
            </a:pPr>
            <a:r>
              <a:rPr sz="900" b="0">
                <a:solidFill>
                  <a:srgbClr val="5F5E5A"/>
                </a:solidFill>
                <a:latin typeface="Arial"/>
                <a:ea typeface="Arial"/>
                <a:cs typeface="Arial"/>
              </a:rPr>
              <a:t>30 Agustus 2026</a:t>
            </a:r>
          </a:p>
        </p:txBody>
      </p:sp>
      <p:sp>
        <p:nvSpPr>
          <p:cNvPr id="9" name="">
            <a:extLst xmlns:a="http://schemas.openxmlformats.org/drawingml/2006/main">
              <a:ext uri="{FF2B5EF4-FFF2-40B4-BE49-F238E27FC236}">
                <a16:creationId xmlns:a16="http://schemas.microsoft.com/office/drawing/2014/main" id="{9FE8301D-D7AC-4146-807C-74F8D3324F25}"/>
              </a:ext>
            </a:extLst>
          </p:cNvPr>
          <p:cNvSpPr>
            <a:spLocks xmlns:a="http://schemas.openxmlformats.org/drawingml/2006/main" noGrp="1"/>
          </p:cNvSpPr>
          <p:nvPr/>
        </p:nvSpPr>
        <p:spPr>
          <a:xfrm xmlns:a="http://schemas.openxmlformats.org/drawingml/2006/main" rot="0">
            <a:off x="6038850" y="666750"/>
            <a:ext cx="5734050" cy="5143500"/>
          </a:xfrm>
          <a:prstGeom xmlns:a="http://schemas.openxmlformats.org/drawingml/2006/main" prst="roundRect">
            <a:avLst>
              <a:gd name="adj" fmla="val 2222"/>
            </a:avLst>
          </a:prstGeom>
          <a:solidFill xmlns:a="http://schemas.openxmlformats.org/drawingml/2006/main">
            <a:srgbClr val="24262C"/>
          </a:solidFill>
          <a:ln xmlns:a="http://schemas.openxmlformats.org/drawingml/2006/main" w="9525">
            <a:solidFill>
              <a:srgbClr val="3A3C42"/>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43aca6862f14fa0"/>
          <a:srcRect xmlns:a="http://schemas.openxmlformats.org/drawingml/2006/main" l="18597" t="0" r="18597" b="0"/>
          <a:stretch xmlns:a="http://schemas.openxmlformats.org/drawingml/2006/main">
            <a:fillRect l="0" t="0" r="0" b="0"/>
          </a:stretch>
        </p:blipFill>
        <p:spPr>
          <a:xfrm xmlns:a="http://schemas.openxmlformats.org/drawingml/2006/main">
            <a:off x="6076950" y="704850"/>
            <a:ext cx="5657850" cy="5067300"/>
          </a:xfrm>
          <a:prstGeom xmlns:a="http://schemas.openxmlformats.org/drawingml/2006/main" prst="roundRect">
            <a:avLst>
              <a:gd name="adj" fmla="val 2256"/>
            </a:avLst>
          </a:prstGeom>
        </p:spPr>
      </p:pic>
      <p:sp>
        <p:nvSpPr>
          <p:cNvPr id="11" name="">
            <a:extLst xmlns:a="http://schemas.openxmlformats.org/drawingml/2006/main">
              <a:ext uri="{FF2B5EF4-FFF2-40B4-BE49-F238E27FC236}">
                <a16:creationId xmlns:a16="http://schemas.microsoft.com/office/drawing/2014/main" id="{BAE7C678-D4D7-44AA-AE42-C05091E70258}"/>
              </a:ext>
            </a:extLst>
          </p:cNvPr>
          <p:cNvSpPr>
            <a:spLocks xmlns:a="http://schemas.openxmlformats.org/drawingml/2006/main" noGrp="1"/>
          </p:cNvSpPr>
          <p:nvPr/>
        </p:nvSpPr>
        <p:spPr>
          <a:xfrm xmlns:a="http://schemas.openxmlformats.org/drawingml/2006/main" rot="0">
            <a:off x="9448800" y="5943600"/>
            <a:ext cx="1790700" cy="285750"/>
          </a:xfrm>
          <a:prstGeom xmlns:a="http://schemas.openxmlformats.org/drawingml/2006/main" prst="roundRect">
            <a:avLst>
              <a:gd name="adj" fmla="val 50000"/>
            </a:avLst>
          </a:prstGeom>
          <a:solidFill xmlns:a="http://schemas.openxmlformats.org/drawingml/2006/main">
            <a:srgbClr val="C6281C"/>
          </a:solidFill>
          <a:ln xmlns:a="http://schemas.openxmlformats.org/drawingml/2006/main" w="0">
            <a:solidFill>
              <a:srgbClr val="C6281C"/>
            </a:solidFill>
            <a:prstDash val="solid"/>
          </a:ln>
        </p:spPr>
      </p:sp>
      <p:sp>
        <p:nvSpPr>
          <p:cNvPr id="12" name="">
            <a:extLst xmlns:a="http://schemas.openxmlformats.org/drawingml/2006/main">
              <a:ext uri="{FF2B5EF4-FFF2-40B4-BE49-F238E27FC236}">
                <a16:creationId xmlns:a16="http://schemas.microsoft.com/office/drawing/2014/main" id="{4AF65624-323B-4443-9283-F0366BD32589}"/>
              </a:ext>
            </a:extLst>
          </p:cNvPr>
          <p:cNvSpPr>
            <a:spLocks xmlns:a="http://schemas.openxmlformats.org/drawingml/2006/main" noGrp="1"/>
          </p:cNvSpPr>
          <p:nvPr/>
        </p:nvSpPr>
        <p:spPr>
          <a:xfrm xmlns:a="http://schemas.openxmlformats.org/drawingml/2006/main">
            <a:off x="9544050" y="6010275"/>
            <a:ext cx="1600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AFTER • CURRENT</a:t>
            </a:r>
          </a:p>
        </p:txBody>
      </p:sp>
    </p:spTree>
    <p:extLst>
      <p:ext uri="{BB962C8B-B14F-4D97-AF65-F5344CB8AC3E}">
        <p14:creationId xmlns:p14="http://schemas.microsoft.com/office/powerpoint/2010/main" val="575786584"/>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A0F81F8-5AC5-4E84-83A1-D9A297D87E39}"/>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825D718-FA6A-4CD1-B225-0ED9F6A7C6A0}"/>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2C1023D7-F78F-4365-A1D1-44E08D4149D4}"/>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B0B0B"/>
                </a:solidFill>
                <a:latin typeface="Arial"/>
                <a:ea typeface="Arial"/>
                <a:cs typeface="Arial"/>
              </a:defRPr>
            </a:pPr>
            <a:r>
              <a:rPr sz="2850" b="1">
                <a:solidFill>
                  <a:srgbClr val="0B0B0B"/>
                </a:solidFill>
                <a:latin typeface="Arial"/>
                <a:ea typeface="Arial"/>
                <a:cs typeface="Arial"/>
              </a:rPr>
              <a:t>Perubahannya bukan kosmetik—arah ceritanya ikut berubah</a:t>
            </a:r>
          </a:p>
        </p:txBody>
      </p:sp>
      <p:sp>
        <p:nvSpPr>
          <p:cNvPr id="4" name="">
            <a:extLst xmlns:a="http://schemas.openxmlformats.org/drawingml/2006/main">
              <a:ext uri="{FF2B5EF4-FFF2-40B4-BE49-F238E27FC236}">
                <a16:creationId xmlns:a16="http://schemas.microsoft.com/office/drawing/2014/main" id="{016ED1B4-A443-42CF-884A-9E73F31E8740}"/>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4A3A1FB-D6B9-4CAC-85FB-0161FB1B0047}"/>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6E5C7D25-F032-4F2D-89C8-AE4948CB649D}"/>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5F5E5A"/>
                </a:solidFill>
                <a:latin typeface="Arial"/>
                <a:ea typeface="Arial"/>
                <a:cs typeface="Arial"/>
              </a:defRPr>
            </a:pPr>
            <a:r>
              <a:rPr sz="750" b="1">
                <a:solidFill>
                  <a:srgbClr val="5F5E5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318E822-333D-4937-B386-E503FD8FA1D2}"/>
              </a:ext>
            </a:extLst>
          </p:cNvPr>
          <p:cNvSpPr>
            <a:spLocks xmlns:a="http://schemas.openxmlformats.org/drawingml/2006/main" noGrp="1"/>
          </p:cNvSpPr>
          <p:nvPr/>
        </p:nvSpPr>
        <p:spPr>
          <a:xfrm xmlns:a="http://schemas.openxmlformats.org/drawingml/2006/main">
            <a:off x="457200" y="110490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F5E5A"/>
                </a:solidFill>
                <a:latin typeface="Arial"/>
                <a:ea typeface="Arial"/>
                <a:cs typeface="Arial"/>
              </a:defRPr>
            </a:pPr>
            <a:r>
              <a:rPr sz="1350" b="0">
                <a:solidFill>
                  <a:srgbClr val="5F5E5A"/>
                </a:solidFill>
                <a:latin typeface="Arial"/>
                <a:ea typeface="Arial"/>
                <a:cs typeface="Arial"/>
              </a:rPr>
              <a:t>Sebelumnya, hero bekerja seperti iklan kampanye. Sekarang, hero langsung menjelaskan cara belajar dan bukti operasionalnya.</a:t>
            </a:r>
          </a:p>
        </p:txBody>
      </p:sp>
      <p:sp>
        <p:nvSpPr>
          <p:cNvPr id="8" name="">
            <a:extLst xmlns:a="http://schemas.openxmlformats.org/drawingml/2006/main">
              <a:ext uri="{FF2B5EF4-FFF2-40B4-BE49-F238E27FC236}">
                <a16:creationId xmlns:a16="http://schemas.microsoft.com/office/drawing/2014/main" id="{5D49CE93-8882-4330-AEB4-4CC382368FC5}"/>
              </a:ext>
            </a:extLst>
          </p:cNvPr>
          <p:cNvSpPr>
            <a:spLocks xmlns:a="http://schemas.openxmlformats.org/drawingml/2006/main" noGrp="1"/>
          </p:cNvSpPr>
          <p:nvPr/>
        </p:nvSpPr>
        <p:spPr>
          <a:xfrm xmlns:a="http://schemas.openxmlformats.org/drawingml/2006/main">
            <a:off x="590550" y="17907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9" name="">
            <a:extLst xmlns:a="http://schemas.openxmlformats.org/drawingml/2006/main">
              <a:ext uri="{FF2B5EF4-FFF2-40B4-BE49-F238E27FC236}">
                <a16:creationId xmlns:a16="http://schemas.microsoft.com/office/drawing/2014/main" id="{6FED095F-0D7A-41A1-BF6F-ED7E0F2112B9}"/>
              </a:ext>
            </a:extLst>
          </p:cNvPr>
          <p:cNvSpPr>
            <a:spLocks xmlns:a="http://schemas.openxmlformats.org/drawingml/2006/main" noGrp="1"/>
          </p:cNvSpPr>
          <p:nvPr/>
        </p:nvSpPr>
        <p:spPr>
          <a:xfrm xmlns:a="http://schemas.openxmlformats.org/drawingml/2006/main" rot="0">
            <a:off x="590550" y="2133600"/>
            <a:ext cx="2724150" cy="971550"/>
          </a:xfrm>
          <a:prstGeom xmlns:a="http://schemas.openxmlformats.org/drawingml/2006/main" prst="roundRect">
            <a:avLst>
              <a:gd name="adj" fmla="val 7843"/>
            </a:avLst>
          </a:prstGeom>
          <a:solidFill xmlns:a="http://schemas.openxmlformats.org/drawingml/2006/main">
            <a:srgbClr val="17191F"/>
          </a:solidFill>
          <a:ln xmlns:a="http://schemas.openxmlformats.org/drawingml/2006/main" w="9525">
            <a:solidFill>
              <a:srgbClr val="17191F"/>
            </a:solidFill>
            <a:prstDash val="solid"/>
          </a:ln>
        </p:spPr>
      </p:sp>
      <p:sp>
        <p:nvSpPr>
          <p:cNvPr id="10" name="">
            <a:extLst xmlns:a="http://schemas.openxmlformats.org/drawingml/2006/main">
              <a:ext uri="{FF2B5EF4-FFF2-40B4-BE49-F238E27FC236}">
                <a16:creationId xmlns:a16="http://schemas.microsoft.com/office/drawing/2014/main" id="{B435EF9B-3B96-4731-815E-A81A793ED4A5}"/>
              </a:ext>
            </a:extLst>
          </p:cNvPr>
          <p:cNvSpPr>
            <a:spLocks xmlns:a="http://schemas.openxmlformats.org/drawingml/2006/main" noGrp="1"/>
          </p:cNvSpPr>
          <p:nvPr/>
        </p:nvSpPr>
        <p:spPr>
          <a:xfrm xmlns:a="http://schemas.openxmlformats.org/drawingml/2006/main">
            <a:off x="762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39A8F"/>
                </a:solidFill>
                <a:latin typeface="Arial"/>
                <a:ea typeface="Arial"/>
                <a:cs typeface="Arial"/>
              </a:defRPr>
            </a:pPr>
            <a:r>
              <a:rPr sz="900" b="1">
                <a:solidFill>
                  <a:srgbClr val="F39A8F"/>
                </a:solidFill>
                <a:latin typeface="Arial"/>
                <a:ea typeface="Arial"/>
                <a:cs typeface="Arial"/>
              </a:rPr>
              <a:t>Aspirasi</a:t>
            </a:r>
          </a:p>
        </p:txBody>
      </p:sp>
      <p:sp>
        <p:nvSpPr>
          <p:cNvPr id="11" name="">
            <a:extLst xmlns:a="http://schemas.openxmlformats.org/drawingml/2006/main">
              <a:ext uri="{FF2B5EF4-FFF2-40B4-BE49-F238E27FC236}">
                <a16:creationId xmlns:a16="http://schemas.microsoft.com/office/drawing/2014/main" id="{6B3B216F-17A4-4986-A8D3-BD6267591998}"/>
              </a:ext>
            </a:extLst>
          </p:cNvPr>
          <p:cNvSpPr>
            <a:spLocks xmlns:a="http://schemas.openxmlformats.org/drawingml/2006/main" noGrp="1"/>
          </p:cNvSpPr>
          <p:nvPr/>
        </p:nvSpPr>
        <p:spPr>
          <a:xfrm xmlns:a="http://schemas.openxmlformats.org/drawingml/2006/main">
            <a:off x="762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Bangun skill &amp; mulai karier</a:t>
            </a:r>
          </a:p>
        </p:txBody>
      </p:sp>
      <p:sp>
        <p:nvSpPr>
          <p:cNvPr id="12" name="">
            <a:extLst xmlns:a="http://schemas.openxmlformats.org/drawingml/2006/main">
              <a:ext uri="{FF2B5EF4-FFF2-40B4-BE49-F238E27FC236}">
                <a16:creationId xmlns:a16="http://schemas.microsoft.com/office/drawing/2014/main" id="{0065925E-B1ED-45FC-8907-D2CF5CC216CC}"/>
              </a:ext>
            </a:extLst>
          </p:cNvPr>
          <p:cNvSpPr>
            <a:spLocks xmlns:a="http://schemas.openxmlformats.org/drawingml/2006/main" noGrp="1"/>
          </p:cNvSpPr>
          <p:nvPr/>
        </p:nvSpPr>
        <p:spPr>
          <a:xfrm xmlns:a="http://schemas.openxmlformats.org/drawingml/2006/main" rot="0">
            <a:off x="3457575" y="2495550"/>
            <a:ext cx="400050" cy="247650"/>
          </a:xfrm>
          <a:prstGeom xmlns:a="http://schemas.openxmlformats.org/drawingml/2006/main" prst="rightArrow">
            <a:avLst/>
          </a:prstGeom>
          <a:solidFill xmlns:a="http://schemas.openxmlformats.org/drawingml/2006/main">
            <a:srgbClr val="C6281C"/>
          </a:solidFill>
          <a:ln xmlns:a="http://schemas.openxmlformats.org/drawingml/2006/main" w="0">
            <a:solidFill>
              <a:srgbClr val="C6281C"/>
            </a:solidFill>
            <a:prstDash val="solid"/>
          </a:ln>
        </p:spPr>
      </p:sp>
      <p:sp>
        <p:nvSpPr>
          <p:cNvPr id="13" name="">
            <a:extLst xmlns:a="http://schemas.openxmlformats.org/drawingml/2006/main">
              <a:ext uri="{FF2B5EF4-FFF2-40B4-BE49-F238E27FC236}">
                <a16:creationId xmlns:a16="http://schemas.microsoft.com/office/drawing/2014/main" id="{D9B147F2-1F30-487E-ADA2-A5B6C6AF91DA}"/>
              </a:ext>
            </a:extLst>
          </p:cNvPr>
          <p:cNvSpPr>
            <a:spLocks xmlns:a="http://schemas.openxmlformats.org/drawingml/2006/main" noGrp="1"/>
          </p:cNvSpPr>
          <p:nvPr/>
        </p:nvSpPr>
        <p:spPr>
          <a:xfrm xmlns:a="http://schemas.openxmlformats.org/drawingml/2006/main" rot="0">
            <a:off x="4019550" y="21336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14" name="">
            <a:extLst xmlns:a="http://schemas.openxmlformats.org/drawingml/2006/main">
              <a:ext uri="{FF2B5EF4-FFF2-40B4-BE49-F238E27FC236}">
                <a16:creationId xmlns:a16="http://schemas.microsoft.com/office/drawing/2014/main" id="{8916F25C-9D34-4309-9C93-ADA468F27AD5}"/>
              </a:ext>
            </a:extLst>
          </p:cNvPr>
          <p:cNvSpPr>
            <a:spLocks xmlns:a="http://schemas.openxmlformats.org/drawingml/2006/main" noGrp="1"/>
          </p:cNvSpPr>
          <p:nvPr/>
        </p:nvSpPr>
        <p:spPr>
          <a:xfrm xmlns:a="http://schemas.openxmlformats.org/drawingml/2006/main">
            <a:off x="4191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C6281C"/>
                </a:solidFill>
                <a:latin typeface="Arial"/>
                <a:ea typeface="Arial"/>
                <a:cs typeface="Arial"/>
              </a:defRPr>
            </a:pPr>
            <a:r>
              <a:rPr sz="900" b="1">
                <a:solidFill>
                  <a:srgbClr val="C6281C"/>
                </a:solidFill>
                <a:latin typeface="Arial"/>
                <a:ea typeface="Arial"/>
                <a:cs typeface="Arial"/>
              </a:rPr>
              <a:t>Janji</a:t>
            </a:r>
          </a:p>
        </p:txBody>
      </p:sp>
      <p:sp>
        <p:nvSpPr>
          <p:cNvPr id="15" name="">
            <a:extLst xmlns:a="http://schemas.openxmlformats.org/drawingml/2006/main">
              <a:ext uri="{FF2B5EF4-FFF2-40B4-BE49-F238E27FC236}">
                <a16:creationId xmlns:a16="http://schemas.microsoft.com/office/drawing/2014/main" id="{DB7AAD9D-6611-44C5-B65E-A9042C226237}"/>
              </a:ext>
            </a:extLst>
          </p:cNvPr>
          <p:cNvSpPr>
            <a:spLocks xmlns:a="http://schemas.openxmlformats.org/drawingml/2006/main" noGrp="1"/>
          </p:cNvSpPr>
          <p:nvPr/>
        </p:nvSpPr>
        <p:spPr>
          <a:xfrm xmlns:a="http://schemas.openxmlformats.org/drawingml/2006/main">
            <a:off x="4191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OJT, sertifikat, rekrutmen</a:t>
            </a:r>
          </a:p>
        </p:txBody>
      </p:sp>
      <p:sp>
        <p:nvSpPr>
          <p:cNvPr id="16" name="">
            <a:extLst xmlns:a="http://schemas.openxmlformats.org/drawingml/2006/main">
              <a:ext uri="{FF2B5EF4-FFF2-40B4-BE49-F238E27FC236}">
                <a16:creationId xmlns:a16="http://schemas.microsoft.com/office/drawing/2014/main" id="{814457B5-F6F0-4FF2-B35C-A5EF8C4F7CC9}"/>
              </a:ext>
            </a:extLst>
          </p:cNvPr>
          <p:cNvSpPr>
            <a:spLocks xmlns:a="http://schemas.openxmlformats.org/drawingml/2006/main" noGrp="1"/>
          </p:cNvSpPr>
          <p:nvPr/>
        </p:nvSpPr>
        <p:spPr>
          <a:xfrm xmlns:a="http://schemas.openxmlformats.org/drawingml/2006/main" rot="0">
            <a:off x="6886575" y="2495550"/>
            <a:ext cx="400050" cy="247650"/>
          </a:xfrm>
          <a:prstGeom xmlns:a="http://schemas.openxmlformats.org/drawingml/2006/main" prst="rightArrow">
            <a:avLst/>
          </a:prstGeom>
          <a:solidFill xmlns:a="http://schemas.openxmlformats.org/drawingml/2006/main">
            <a:srgbClr val="C6281C"/>
          </a:solidFill>
          <a:ln xmlns:a="http://schemas.openxmlformats.org/drawingml/2006/main" w="0">
            <a:solidFill>
              <a:srgbClr val="C6281C"/>
            </a:solidFill>
            <a:prstDash val="solid"/>
          </a:ln>
        </p:spPr>
      </p:sp>
      <p:sp>
        <p:nvSpPr>
          <p:cNvPr id="17" name="">
            <a:extLst xmlns:a="http://schemas.openxmlformats.org/drawingml/2006/main">
              <a:ext uri="{FF2B5EF4-FFF2-40B4-BE49-F238E27FC236}">
                <a16:creationId xmlns:a16="http://schemas.microsoft.com/office/drawing/2014/main" id="{4874628F-DE44-4A62-8B92-76F3AD1D3DD9}"/>
              </a:ext>
            </a:extLst>
          </p:cNvPr>
          <p:cNvSpPr>
            <a:spLocks xmlns:a="http://schemas.openxmlformats.org/drawingml/2006/main" noGrp="1"/>
          </p:cNvSpPr>
          <p:nvPr/>
        </p:nvSpPr>
        <p:spPr>
          <a:xfrm xmlns:a="http://schemas.openxmlformats.org/drawingml/2006/main" rot="0">
            <a:off x="7448550" y="21336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18" name="">
            <a:extLst xmlns:a="http://schemas.openxmlformats.org/drawingml/2006/main">
              <a:ext uri="{FF2B5EF4-FFF2-40B4-BE49-F238E27FC236}">
                <a16:creationId xmlns:a16="http://schemas.microsoft.com/office/drawing/2014/main" id="{3D84FB62-7E80-427A-B9D0-961BEB0B571F}"/>
              </a:ext>
            </a:extLst>
          </p:cNvPr>
          <p:cNvSpPr>
            <a:spLocks xmlns:a="http://schemas.openxmlformats.org/drawingml/2006/main" noGrp="1"/>
          </p:cNvSpPr>
          <p:nvPr/>
        </p:nvSpPr>
        <p:spPr>
          <a:xfrm xmlns:a="http://schemas.openxmlformats.org/drawingml/2006/main">
            <a:off x="7620000" y="22860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C6281C"/>
                </a:solidFill>
                <a:latin typeface="Arial"/>
                <a:ea typeface="Arial"/>
                <a:cs typeface="Arial"/>
              </a:defRPr>
            </a:pPr>
            <a:r>
              <a:rPr sz="900" b="1">
                <a:solidFill>
                  <a:srgbClr val="C6281C"/>
                </a:solidFill>
                <a:latin typeface="Arial"/>
                <a:ea typeface="Arial"/>
                <a:cs typeface="Arial"/>
              </a:rPr>
              <a:t>Aksi</a:t>
            </a:r>
          </a:p>
        </p:txBody>
      </p:sp>
      <p:sp>
        <p:nvSpPr>
          <p:cNvPr id="19" name="">
            <a:extLst xmlns:a="http://schemas.openxmlformats.org/drawingml/2006/main">
              <a:ext uri="{FF2B5EF4-FFF2-40B4-BE49-F238E27FC236}">
                <a16:creationId xmlns:a16="http://schemas.microsoft.com/office/drawing/2014/main" id="{1F769EB7-3D6C-4237-A154-A2D91BF3E56F}"/>
              </a:ext>
            </a:extLst>
          </p:cNvPr>
          <p:cNvSpPr>
            <a:spLocks xmlns:a="http://schemas.openxmlformats.org/drawingml/2006/main" noGrp="1"/>
          </p:cNvSpPr>
          <p:nvPr/>
        </p:nvSpPr>
        <p:spPr>
          <a:xfrm xmlns:a="http://schemas.openxmlformats.org/drawingml/2006/main">
            <a:off x="7620000" y="25431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Konsultasi program</a:t>
            </a:r>
          </a:p>
        </p:txBody>
      </p:sp>
      <p:sp>
        <p:nvSpPr>
          <p:cNvPr id="20" name="">
            <a:extLst xmlns:a="http://schemas.openxmlformats.org/drawingml/2006/main">
              <a:ext uri="{FF2B5EF4-FFF2-40B4-BE49-F238E27FC236}">
                <a16:creationId xmlns:a16="http://schemas.microsoft.com/office/drawing/2014/main" id="{AE9841EB-F388-4957-8F17-4D0AA427C467}"/>
              </a:ext>
            </a:extLst>
          </p:cNvPr>
          <p:cNvSpPr>
            <a:spLocks xmlns:a="http://schemas.openxmlformats.org/drawingml/2006/main" noGrp="1"/>
          </p:cNvSpPr>
          <p:nvPr/>
        </p:nvSpPr>
        <p:spPr>
          <a:xfrm xmlns:a="http://schemas.openxmlformats.org/drawingml/2006/main">
            <a:off x="590550" y="35433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21" name="">
            <a:extLst xmlns:a="http://schemas.openxmlformats.org/drawingml/2006/main">
              <a:ext uri="{FF2B5EF4-FFF2-40B4-BE49-F238E27FC236}">
                <a16:creationId xmlns:a16="http://schemas.microsoft.com/office/drawing/2014/main" id="{1233AA04-4D0A-4D9D-AAA2-ED10F571F8EC}"/>
              </a:ext>
            </a:extLst>
          </p:cNvPr>
          <p:cNvSpPr>
            <a:spLocks xmlns:a="http://schemas.openxmlformats.org/drawingml/2006/main" noGrp="1"/>
          </p:cNvSpPr>
          <p:nvPr/>
        </p:nvSpPr>
        <p:spPr>
          <a:xfrm xmlns:a="http://schemas.openxmlformats.org/drawingml/2006/main" rot="0">
            <a:off x="590550" y="3886200"/>
            <a:ext cx="2724150" cy="971550"/>
          </a:xfrm>
          <a:prstGeom xmlns:a="http://schemas.openxmlformats.org/drawingml/2006/main" prst="roundRect">
            <a:avLst>
              <a:gd name="adj" fmla="val 7843"/>
            </a:avLst>
          </a:prstGeom>
          <a:solidFill xmlns:a="http://schemas.openxmlformats.org/drawingml/2006/main">
            <a:srgbClr val="C6281C"/>
          </a:solidFill>
          <a:ln xmlns:a="http://schemas.openxmlformats.org/drawingml/2006/main" w="9525">
            <a:solidFill>
              <a:srgbClr val="C6281C"/>
            </a:solidFill>
            <a:prstDash val="solid"/>
          </a:ln>
        </p:spPr>
      </p:sp>
      <p:sp>
        <p:nvSpPr>
          <p:cNvPr id="22" name="">
            <a:extLst xmlns:a="http://schemas.openxmlformats.org/drawingml/2006/main">
              <a:ext uri="{FF2B5EF4-FFF2-40B4-BE49-F238E27FC236}">
                <a16:creationId xmlns:a16="http://schemas.microsoft.com/office/drawing/2014/main" id="{BF47FEFC-77D3-4924-A7D9-DA6E0879E326}"/>
              </a:ext>
            </a:extLst>
          </p:cNvPr>
          <p:cNvSpPr>
            <a:spLocks xmlns:a="http://schemas.openxmlformats.org/drawingml/2006/main" noGrp="1"/>
          </p:cNvSpPr>
          <p:nvPr/>
        </p:nvSpPr>
        <p:spPr>
          <a:xfrm xmlns:a="http://schemas.openxmlformats.org/drawingml/2006/main">
            <a:off x="762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D9D4"/>
                </a:solidFill>
                <a:latin typeface="Arial"/>
                <a:ea typeface="Arial"/>
                <a:cs typeface="Arial"/>
              </a:defRPr>
            </a:pPr>
            <a:r>
              <a:rPr sz="900" b="1">
                <a:solidFill>
                  <a:srgbClr val="FFD9D4"/>
                </a:solidFill>
                <a:latin typeface="Arial"/>
                <a:ea typeface="Arial"/>
                <a:cs typeface="Arial"/>
              </a:rPr>
              <a:t>Konteks nyata</a:t>
            </a:r>
          </a:p>
        </p:txBody>
      </p:sp>
      <p:sp>
        <p:nvSpPr>
          <p:cNvPr id="23" name="">
            <a:extLst xmlns:a="http://schemas.openxmlformats.org/drawingml/2006/main">
              <a:ext uri="{FF2B5EF4-FFF2-40B4-BE49-F238E27FC236}">
                <a16:creationId xmlns:a16="http://schemas.microsoft.com/office/drawing/2014/main" id="{6210E830-1846-488F-AB32-12B2CC802C2F}"/>
              </a:ext>
            </a:extLst>
          </p:cNvPr>
          <p:cNvSpPr>
            <a:spLocks xmlns:a="http://schemas.openxmlformats.org/drawingml/2006/main" noGrp="1"/>
          </p:cNvSpPr>
          <p:nvPr/>
        </p:nvSpPr>
        <p:spPr>
          <a:xfrm xmlns:a="http://schemas.openxmlformats.org/drawingml/2006/main">
            <a:off x="762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Belajar di bengkel aktif</a:t>
            </a:r>
          </a:p>
        </p:txBody>
      </p:sp>
      <p:sp>
        <p:nvSpPr>
          <p:cNvPr id="24" name="">
            <a:extLst xmlns:a="http://schemas.openxmlformats.org/drawingml/2006/main">
              <a:ext uri="{FF2B5EF4-FFF2-40B4-BE49-F238E27FC236}">
                <a16:creationId xmlns:a16="http://schemas.microsoft.com/office/drawing/2014/main" id="{0C49D068-D818-4E40-8985-A97085A88849}"/>
              </a:ext>
            </a:extLst>
          </p:cNvPr>
          <p:cNvSpPr>
            <a:spLocks xmlns:a="http://schemas.openxmlformats.org/drawingml/2006/main" noGrp="1"/>
          </p:cNvSpPr>
          <p:nvPr/>
        </p:nvSpPr>
        <p:spPr>
          <a:xfrm xmlns:a="http://schemas.openxmlformats.org/drawingml/2006/main" rot="0">
            <a:off x="3457575" y="4248150"/>
            <a:ext cx="400050" cy="247650"/>
          </a:xfrm>
          <a:prstGeom xmlns:a="http://schemas.openxmlformats.org/drawingml/2006/main" prst="rightArrow">
            <a:avLst/>
          </a:prstGeom>
          <a:solidFill xmlns:a="http://schemas.openxmlformats.org/drawingml/2006/main">
            <a:srgbClr val="237A57"/>
          </a:solidFill>
          <a:ln xmlns:a="http://schemas.openxmlformats.org/drawingml/2006/main" w="0">
            <a:solidFill>
              <a:srgbClr val="237A57"/>
            </a:solidFill>
            <a:prstDash val="solid"/>
          </a:ln>
        </p:spPr>
      </p:sp>
      <p:sp>
        <p:nvSpPr>
          <p:cNvPr id="25" name="">
            <a:extLst xmlns:a="http://schemas.openxmlformats.org/drawingml/2006/main">
              <a:ext uri="{FF2B5EF4-FFF2-40B4-BE49-F238E27FC236}">
                <a16:creationId xmlns:a16="http://schemas.microsoft.com/office/drawing/2014/main" id="{56D10592-8491-4447-BFD4-0793A242AD2C}"/>
              </a:ext>
            </a:extLst>
          </p:cNvPr>
          <p:cNvSpPr>
            <a:spLocks xmlns:a="http://schemas.openxmlformats.org/drawingml/2006/main" noGrp="1"/>
          </p:cNvSpPr>
          <p:nvPr/>
        </p:nvSpPr>
        <p:spPr>
          <a:xfrm xmlns:a="http://schemas.openxmlformats.org/drawingml/2006/main" rot="0">
            <a:off x="4019550" y="38862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26" name="">
            <a:extLst xmlns:a="http://schemas.openxmlformats.org/drawingml/2006/main">
              <a:ext uri="{FF2B5EF4-FFF2-40B4-BE49-F238E27FC236}">
                <a16:creationId xmlns:a16="http://schemas.microsoft.com/office/drawing/2014/main" id="{B410B90C-A613-4A6F-BAC2-12CEA834B02D}"/>
              </a:ext>
            </a:extLst>
          </p:cNvPr>
          <p:cNvSpPr>
            <a:spLocks xmlns:a="http://schemas.openxmlformats.org/drawingml/2006/main" noGrp="1"/>
          </p:cNvSpPr>
          <p:nvPr/>
        </p:nvSpPr>
        <p:spPr>
          <a:xfrm xmlns:a="http://schemas.openxmlformats.org/drawingml/2006/main">
            <a:off x="4191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37A57"/>
                </a:solidFill>
                <a:latin typeface="Arial"/>
                <a:ea typeface="Arial"/>
                <a:cs typeface="Arial"/>
              </a:defRPr>
            </a:pPr>
            <a:r>
              <a:rPr sz="900" b="1">
                <a:solidFill>
                  <a:srgbClr val="237A57"/>
                </a:solidFill>
                <a:latin typeface="Arial"/>
                <a:ea typeface="Arial"/>
                <a:cs typeface="Arial"/>
              </a:rPr>
              <a:t>Bukti</a:t>
            </a:r>
          </a:p>
        </p:txBody>
      </p:sp>
      <p:sp>
        <p:nvSpPr>
          <p:cNvPr id="27" name="">
            <a:extLst xmlns:a="http://schemas.openxmlformats.org/drawingml/2006/main">
              <a:ext uri="{FF2B5EF4-FFF2-40B4-BE49-F238E27FC236}">
                <a16:creationId xmlns:a16="http://schemas.microsoft.com/office/drawing/2014/main" id="{DE26F746-6C9C-467D-AF65-E939785BA9D8}"/>
              </a:ext>
            </a:extLst>
          </p:cNvPr>
          <p:cNvSpPr>
            <a:spLocks xmlns:a="http://schemas.openxmlformats.org/drawingml/2006/main" noGrp="1"/>
          </p:cNvSpPr>
          <p:nvPr/>
        </p:nvSpPr>
        <p:spPr>
          <a:xfrm xmlns:a="http://schemas.openxmlformats.org/drawingml/2006/main">
            <a:off x="4191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Metode, alat, trainer, OJT</a:t>
            </a:r>
          </a:p>
        </p:txBody>
      </p:sp>
      <p:sp>
        <p:nvSpPr>
          <p:cNvPr id="28" name="">
            <a:extLst xmlns:a="http://schemas.openxmlformats.org/drawingml/2006/main">
              <a:ext uri="{FF2B5EF4-FFF2-40B4-BE49-F238E27FC236}">
                <a16:creationId xmlns:a16="http://schemas.microsoft.com/office/drawing/2014/main" id="{873D0BA9-3623-4AFE-B890-30F14708D2F7}"/>
              </a:ext>
            </a:extLst>
          </p:cNvPr>
          <p:cNvSpPr>
            <a:spLocks xmlns:a="http://schemas.openxmlformats.org/drawingml/2006/main" noGrp="1"/>
          </p:cNvSpPr>
          <p:nvPr/>
        </p:nvSpPr>
        <p:spPr>
          <a:xfrm xmlns:a="http://schemas.openxmlformats.org/drawingml/2006/main" rot="0">
            <a:off x="6886575" y="4248150"/>
            <a:ext cx="400050" cy="247650"/>
          </a:xfrm>
          <a:prstGeom xmlns:a="http://schemas.openxmlformats.org/drawingml/2006/main" prst="rightArrow">
            <a:avLst/>
          </a:prstGeom>
          <a:solidFill xmlns:a="http://schemas.openxmlformats.org/drawingml/2006/main">
            <a:srgbClr val="237A57"/>
          </a:solidFill>
          <a:ln xmlns:a="http://schemas.openxmlformats.org/drawingml/2006/main" w="0">
            <a:solidFill>
              <a:srgbClr val="237A57"/>
            </a:solidFill>
            <a:prstDash val="solid"/>
          </a:ln>
        </p:spPr>
      </p:sp>
      <p:sp>
        <p:nvSpPr>
          <p:cNvPr id="29" name="">
            <a:extLst xmlns:a="http://schemas.openxmlformats.org/drawingml/2006/main">
              <a:ext uri="{FF2B5EF4-FFF2-40B4-BE49-F238E27FC236}">
                <a16:creationId xmlns:a16="http://schemas.microsoft.com/office/drawing/2014/main" id="{8C74ACDA-B106-45FC-B8D5-C53BDA600057}"/>
              </a:ext>
            </a:extLst>
          </p:cNvPr>
          <p:cNvSpPr>
            <a:spLocks xmlns:a="http://schemas.openxmlformats.org/drawingml/2006/main" noGrp="1"/>
          </p:cNvSpPr>
          <p:nvPr/>
        </p:nvSpPr>
        <p:spPr>
          <a:xfrm xmlns:a="http://schemas.openxmlformats.org/drawingml/2006/main" rot="0">
            <a:off x="7448550" y="3886200"/>
            <a:ext cx="272415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C5BE"/>
            </a:solidFill>
            <a:prstDash val="solid"/>
          </a:ln>
        </p:spPr>
      </p:sp>
      <p:sp>
        <p:nvSpPr>
          <p:cNvPr id="30" name="">
            <a:extLst xmlns:a="http://schemas.openxmlformats.org/drawingml/2006/main">
              <a:ext uri="{FF2B5EF4-FFF2-40B4-BE49-F238E27FC236}">
                <a16:creationId xmlns:a16="http://schemas.microsoft.com/office/drawing/2014/main" id="{894C4EAE-EF77-4BF4-BDF9-74255722F8E7}"/>
              </a:ext>
            </a:extLst>
          </p:cNvPr>
          <p:cNvSpPr>
            <a:spLocks xmlns:a="http://schemas.openxmlformats.org/drawingml/2006/main" noGrp="1"/>
          </p:cNvSpPr>
          <p:nvPr/>
        </p:nvSpPr>
        <p:spPr>
          <a:xfrm xmlns:a="http://schemas.openxmlformats.org/drawingml/2006/main">
            <a:off x="7620000" y="40386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37A57"/>
                </a:solidFill>
                <a:latin typeface="Arial"/>
                <a:ea typeface="Arial"/>
                <a:cs typeface="Arial"/>
              </a:defRPr>
            </a:pPr>
            <a:r>
              <a:rPr sz="900" b="1">
                <a:solidFill>
                  <a:srgbClr val="237A57"/>
                </a:solidFill>
                <a:latin typeface="Arial"/>
                <a:ea typeface="Arial"/>
                <a:cs typeface="Arial"/>
              </a:rPr>
              <a:t>Keputusan</a:t>
            </a:r>
          </a:p>
        </p:txBody>
      </p:sp>
      <p:sp>
        <p:nvSpPr>
          <p:cNvPr id="31" name="">
            <a:extLst xmlns:a="http://schemas.openxmlformats.org/drawingml/2006/main">
              <a:ext uri="{FF2B5EF4-FFF2-40B4-BE49-F238E27FC236}">
                <a16:creationId xmlns:a16="http://schemas.microsoft.com/office/drawing/2014/main" id="{3AFF82EF-A324-4BD6-BC54-EC1CE5AA28B0}"/>
              </a:ext>
            </a:extLst>
          </p:cNvPr>
          <p:cNvSpPr>
            <a:spLocks xmlns:a="http://schemas.openxmlformats.org/drawingml/2006/main" noGrp="1"/>
          </p:cNvSpPr>
          <p:nvPr/>
        </p:nvSpPr>
        <p:spPr>
          <a:xfrm xmlns:a="http://schemas.openxmlformats.org/drawingml/2006/main">
            <a:off x="7620000" y="429577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Pilih program lalu konsultasi</a:t>
            </a:r>
          </a:p>
        </p:txBody>
      </p:sp>
      <p:sp>
        <p:nvSpPr>
          <p:cNvPr id="32" name="">
            <a:extLst xmlns:a="http://schemas.openxmlformats.org/drawingml/2006/main">
              <a:ext uri="{FF2B5EF4-FFF2-40B4-BE49-F238E27FC236}">
                <a16:creationId xmlns:a16="http://schemas.microsoft.com/office/drawing/2014/main" id="{B493A181-4F65-483B-A4F0-E97A8009B243}"/>
              </a:ext>
            </a:extLst>
          </p:cNvPr>
          <p:cNvSpPr>
            <a:spLocks xmlns:a="http://schemas.openxmlformats.org/drawingml/2006/main" noGrp="1"/>
          </p:cNvSpPr>
          <p:nvPr/>
        </p:nvSpPr>
        <p:spPr>
          <a:xfrm xmlns:a="http://schemas.openxmlformats.org/drawingml/2006/main" rot="0">
            <a:off x="590550" y="5276850"/>
            <a:ext cx="10306050" cy="800100"/>
          </a:xfrm>
          <a:prstGeom xmlns:a="http://schemas.openxmlformats.org/drawingml/2006/main" prst="roundRect">
            <a:avLst>
              <a:gd name="adj" fmla="val 9524"/>
            </a:avLst>
          </a:prstGeom>
          <a:solidFill xmlns:a="http://schemas.openxmlformats.org/drawingml/2006/main">
            <a:srgbClr val="F5DED9"/>
          </a:solidFill>
          <a:ln xmlns:a="http://schemas.openxmlformats.org/drawingml/2006/main" w="0">
            <a:solidFill>
              <a:srgbClr val="F5DED9"/>
            </a:solidFill>
            <a:prstDash val="solid"/>
          </a:ln>
        </p:spPr>
      </p:sp>
      <p:sp>
        <p:nvSpPr>
          <p:cNvPr id="33" name="">
            <a:extLst xmlns:a="http://schemas.openxmlformats.org/drawingml/2006/main">
              <a:ext uri="{FF2B5EF4-FFF2-40B4-BE49-F238E27FC236}">
                <a16:creationId xmlns:a16="http://schemas.microsoft.com/office/drawing/2014/main" id="{1676F0E1-A7D0-4672-9B6E-32F112CBC527}"/>
              </a:ext>
            </a:extLst>
          </p:cNvPr>
          <p:cNvSpPr>
            <a:spLocks xmlns:a="http://schemas.openxmlformats.org/drawingml/2006/main" noGrp="1"/>
          </p:cNvSpPr>
          <p:nvPr/>
        </p:nvSpPr>
        <p:spPr>
          <a:xfrm xmlns:a="http://schemas.openxmlformats.org/drawingml/2006/main">
            <a:off x="800100" y="5457825"/>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2118"/>
                </a:solidFill>
                <a:latin typeface="Arial"/>
                <a:ea typeface="Arial"/>
                <a:cs typeface="Arial"/>
              </a:defRPr>
            </a:pPr>
            <a:r>
              <a:rPr sz="900" b="1">
                <a:solidFill>
                  <a:srgbClr val="9F2118"/>
                </a:solidFill>
                <a:latin typeface="Arial"/>
                <a:ea typeface="Arial"/>
                <a:cs typeface="Arial"/>
              </a:rPr>
              <a:t>Intinya</a:t>
            </a:r>
          </a:p>
        </p:txBody>
      </p:sp>
      <p:sp>
        <p:nvSpPr>
          <p:cNvPr id="34" name="">
            <a:extLst xmlns:a="http://schemas.openxmlformats.org/drawingml/2006/main">
              <a:ext uri="{FF2B5EF4-FFF2-40B4-BE49-F238E27FC236}">
                <a16:creationId xmlns:a16="http://schemas.microsoft.com/office/drawing/2014/main" id="{2CCB5651-70A0-4C43-90D5-9B13FC2D4D8B}"/>
              </a:ext>
            </a:extLst>
          </p:cNvPr>
          <p:cNvSpPr>
            <a:spLocks xmlns:a="http://schemas.openxmlformats.org/drawingml/2006/main" noGrp="1"/>
          </p:cNvSpPr>
          <p:nvPr/>
        </p:nvSpPr>
        <p:spPr>
          <a:xfrm xmlns:a="http://schemas.openxmlformats.org/drawingml/2006/main">
            <a:off x="1714500" y="54102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666"/>
          </a:bodyPr>
          <a:lstStyle xmlns:a="http://schemas.openxmlformats.org/drawingml/2006/main"/>
          <a:p xmlns:a="http://schemas.openxmlformats.org/drawingml/2006/main">
            <a:pPr algn="l">
              <a:defRPr sz="1650" b="1">
                <a:solidFill>
                  <a:srgbClr val="0B0B0B"/>
                </a:solidFill>
                <a:latin typeface="Arial"/>
                <a:ea typeface="Arial"/>
                <a:cs typeface="Arial"/>
              </a:defRPr>
            </a:pPr>
            <a:r>
              <a:rPr sz="1650" b="1">
                <a:solidFill>
                  <a:srgbClr val="0B0B0B"/>
                </a:solidFill>
                <a:latin typeface="Arial"/>
                <a:ea typeface="Arial"/>
                <a:cs typeface="Arial"/>
              </a:rPr>
              <a:t>Website kini menjual proses belajar yang dapat dipahami—bukan hanya hasil akhir yang diinginkan.</a:t>
            </a:r>
          </a:p>
        </p:txBody>
      </p:sp>
    </p:spTree>
    <p:extLst>
      <p:ext uri="{BB962C8B-B14F-4D97-AF65-F5344CB8AC3E}">
        <p14:creationId xmlns:p14="http://schemas.microsoft.com/office/powerpoint/2010/main" val="2110879194"/>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C0A290A-2929-4A7C-9D8C-69D8D83DBD98}"/>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7DC2E21-10BB-4520-B2E1-17FEBFC7BE21}"/>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9A67DFB2-5B11-4599-A3BF-2B6C8A64246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B0B0B"/>
                </a:solidFill>
                <a:latin typeface="Arial"/>
                <a:ea typeface="Arial"/>
                <a:cs typeface="Arial"/>
              </a:defRPr>
            </a:pPr>
            <a:r>
              <a:rPr sz="2850" b="1">
                <a:solidFill>
                  <a:srgbClr val="0B0B0B"/>
                </a:solidFill>
                <a:latin typeface="Arial"/>
                <a:ea typeface="Arial"/>
                <a:cs typeface="Arial"/>
              </a:rPr>
              <a:t>Before: kuat sebagai kampanye, lemah sebagai institusi</a:t>
            </a:r>
          </a:p>
        </p:txBody>
      </p:sp>
      <p:sp>
        <p:nvSpPr>
          <p:cNvPr id="4" name="">
            <a:extLst xmlns:a="http://schemas.openxmlformats.org/drawingml/2006/main">
              <a:ext uri="{FF2B5EF4-FFF2-40B4-BE49-F238E27FC236}">
                <a16:creationId xmlns:a16="http://schemas.microsoft.com/office/drawing/2014/main" id="{BC051417-9D9B-4E4F-A9A5-55247C63FB61}"/>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6DB1052D-590F-4263-89DA-BAE9B3AD270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35FA9A1A-1527-4B7B-9EB6-44A6807CA8CD}"/>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5F5E5A"/>
                </a:solidFill>
                <a:latin typeface="Arial"/>
                <a:ea typeface="Arial"/>
                <a:cs typeface="Arial"/>
              </a:defRPr>
            </a:pPr>
            <a:r>
              <a:rPr sz="750" b="1">
                <a:solidFill>
                  <a:srgbClr val="5F5E5A"/>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0F18CF6F-4B3A-4DC0-9FE2-25A52892797E}"/>
              </a:ext>
            </a:extLst>
          </p:cNvPr>
          <p:cNvSpPr>
            <a:spLocks xmlns:a="http://schemas.openxmlformats.org/drawingml/2006/main" noGrp="1"/>
          </p:cNvSpPr>
          <p:nvPr/>
        </p:nvSpPr>
        <p:spPr>
          <a:xfrm xmlns:a="http://schemas.openxmlformats.org/drawingml/2006/main" rot="0">
            <a:off x="476250" y="1200150"/>
            <a:ext cx="6819900" cy="3867150"/>
          </a:xfrm>
          <a:prstGeom xmlns:a="http://schemas.openxmlformats.org/drawingml/2006/main" prst="roundRect">
            <a:avLst>
              <a:gd name="adj" fmla="val 2463"/>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0fcafac746645ba"/>
          <a:srcRect xmlns:a="http://schemas.openxmlformats.org/drawingml/2006/main" l="0" t="31" r="0" b="31"/>
          <a:stretch xmlns:a="http://schemas.openxmlformats.org/drawingml/2006/main">
            <a:fillRect l="0" t="0" r="0" b="0"/>
          </a:stretch>
        </p:blipFill>
        <p:spPr>
          <a:xfrm xmlns:a="http://schemas.openxmlformats.org/drawingml/2006/main">
            <a:off x="514350" y="1238250"/>
            <a:ext cx="6743700" cy="3790950"/>
          </a:xfrm>
          <a:prstGeom xmlns:a="http://schemas.openxmlformats.org/drawingml/2006/main" prst="roundRect">
            <a:avLst>
              <a:gd name="adj" fmla="val 2513"/>
            </a:avLst>
          </a:prstGeom>
        </p:spPr>
      </p:pic>
      <p:sp>
        <p:nvSpPr>
          <p:cNvPr id="9" name="">
            <a:extLst xmlns:a="http://schemas.openxmlformats.org/drawingml/2006/main">
              <a:ext uri="{FF2B5EF4-FFF2-40B4-BE49-F238E27FC236}">
                <a16:creationId xmlns:a16="http://schemas.microsoft.com/office/drawing/2014/main" id="{E3CC8F42-7AA6-41DC-934E-7FE88169E43E}"/>
              </a:ext>
            </a:extLst>
          </p:cNvPr>
          <p:cNvSpPr>
            <a:spLocks xmlns:a="http://schemas.openxmlformats.org/drawingml/2006/main" noGrp="1"/>
          </p:cNvSpPr>
          <p:nvPr/>
        </p:nvSpPr>
        <p:spPr>
          <a:xfrm xmlns:a="http://schemas.openxmlformats.org/drawingml/2006/main" rot="0">
            <a:off x="742950" y="5219700"/>
            <a:ext cx="1733550" cy="285750"/>
          </a:xfrm>
          <a:prstGeom xmlns:a="http://schemas.openxmlformats.org/drawingml/2006/main" prst="roundRect">
            <a:avLst>
              <a:gd name="adj" fmla="val 50000"/>
            </a:avLst>
          </a:prstGeom>
          <a:solidFill xmlns:a="http://schemas.openxmlformats.org/drawingml/2006/main">
            <a:srgbClr val="17191F"/>
          </a:solidFill>
          <a:ln xmlns:a="http://schemas.openxmlformats.org/drawingml/2006/main" w="0">
            <a:solidFill>
              <a:srgbClr val="17191F"/>
            </a:solidFill>
            <a:prstDash val="solid"/>
          </a:ln>
        </p:spPr>
      </p:sp>
      <p:sp>
        <p:nvSpPr>
          <p:cNvPr id="10" name="">
            <a:extLst xmlns:a="http://schemas.openxmlformats.org/drawingml/2006/main">
              <a:ext uri="{FF2B5EF4-FFF2-40B4-BE49-F238E27FC236}">
                <a16:creationId xmlns:a16="http://schemas.microsoft.com/office/drawing/2014/main" id="{035D92B2-4C5B-461C-98CE-95DFE5A8E52C}"/>
              </a:ext>
            </a:extLst>
          </p:cNvPr>
          <p:cNvSpPr>
            <a:spLocks xmlns:a="http://schemas.openxmlformats.org/drawingml/2006/main" noGrp="1"/>
          </p:cNvSpPr>
          <p:nvPr/>
        </p:nvSpPr>
        <p:spPr>
          <a:xfrm xmlns:a="http://schemas.openxmlformats.org/drawingml/2006/main">
            <a:off x="838200" y="5286375"/>
            <a:ext cx="1543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BASELINE • ec27408</a:t>
            </a:r>
          </a:p>
        </p:txBody>
      </p:sp>
      <p:sp>
        <p:nvSpPr>
          <p:cNvPr id="11" name="">
            <a:extLst xmlns:a="http://schemas.openxmlformats.org/drawingml/2006/main">
              <a:ext uri="{FF2B5EF4-FFF2-40B4-BE49-F238E27FC236}">
                <a16:creationId xmlns:a16="http://schemas.microsoft.com/office/drawing/2014/main" id="{0975A49F-34F9-470A-BCD3-1550E863A932}"/>
              </a:ext>
            </a:extLst>
          </p:cNvPr>
          <p:cNvSpPr>
            <a:spLocks xmlns:a="http://schemas.openxmlformats.org/drawingml/2006/main" noGrp="1"/>
          </p:cNvSpPr>
          <p:nvPr/>
        </p:nvSpPr>
        <p:spPr>
          <a:xfrm xmlns:a="http://schemas.openxmlformats.org/drawingml/2006/main" rot="0">
            <a:off x="7715250" y="1428750"/>
            <a:ext cx="323850" cy="32385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12" name="">
            <a:extLst xmlns:a="http://schemas.openxmlformats.org/drawingml/2006/main">
              <a:ext uri="{FF2B5EF4-FFF2-40B4-BE49-F238E27FC236}">
                <a16:creationId xmlns:a16="http://schemas.microsoft.com/office/drawing/2014/main" id="{96B91E30-271C-4F87-AF05-8C476DF1D7F6}"/>
              </a:ext>
            </a:extLst>
          </p:cNvPr>
          <p:cNvSpPr>
            <a:spLocks xmlns:a="http://schemas.openxmlformats.org/drawingml/2006/main" noGrp="1"/>
          </p:cNvSpPr>
          <p:nvPr/>
        </p:nvSpPr>
        <p:spPr>
          <a:xfrm xmlns:a="http://schemas.openxmlformats.org/drawingml/2006/main">
            <a:off x="7715250" y="15049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01</a:t>
            </a:r>
          </a:p>
        </p:txBody>
      </p:sp>
      <p:sp>
        <p:nvSpPr>
          <p:cNvPr id="13" name="">
            <a:extLst xmlns:a="http://schemas.openxmlformats.org/drawingml/2006/main">
              <a:ext uri="{FF2B5EF4-FFF2-40B4-BE49-F238E27FC236}">
                <a16:creationId xmlns:a16="http://schemas.microsoft.com/office/drawing/2014/main" id="{41770886-2084-4FE1-966A-A9AF554D02A9}"/>
              </a:ext>
            </a:extLst>
          </p:cNvPr>
          <p:cNvSpPr>
            <a:spLocks xmlns:a="http://schemas.openxmlformats.org/drawingml/2006/main" noGrp="1"/>
          </p:cNvSpPr>
          <p:nvPr/>
        </p:nvSpPr>
        <p:spPr>
          <a:xfrm xmlns:a="http://schemas.openxmlformats.org/drawingml/2006/main">
            <a:off x="8172450" y="1419225"/>
            <a:ext cx="3219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Pesan terlalu aspiratif</a:t>
            </a:r>
          </a:p>
        </p:txBody>
      </p:sp>
      <p:sp>
        <p:nvSpPr>
          <p:cNvPr id="14" name="">
            <a:extLst xmlns:a="http://schemas.openxmlformats.org/drawingml/2006/main">
              <a:ext uri="{FF2B5EF4-FFF2-40B4-BE49-F238E27FC236}">
                <a16:creationId xmlns:a16="http://schemas.microsoft.com/office/drawing/2014/main" id="{BADC5407-E4EA-4371-8A94-B1B9512084F8}"/>
              </a:ext>
            </a:extLst>
          </p:cNvPr>
          <p:cNvSpPr>
            <a:spLocks xmlns:a="http://schemas.openxmlformats.org/drawingml/2006/main" noGrp="1"/>
          </p:cNvSpPr>
          <p:nvPr/>
        </p:nvSpPr>
        <p:spPr>
          <a:xfrm xmlns:a="http://schemas.openxmlformats.org/drawingml/2006/main">
            <a:off x="8172450" y="1733550"/>
            <a:ext cx="3219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F5E5A"/>
                </a:solidFill>
                <a:latin typeface="Arial"/>
                <a:ea typeface="Arial"/>
                <a:cs typeface="Arial"/>
              </a:defRPr>
            </a:pPr>
            <a:r>
              <a:rPr sz="1125" b="0">
                <a:solidFill>
                  <a:srgbClr val="5F5E5A"/>
                </a:solidFill>
                <a:latin typeface="Arial"/>
                <a:ea typeface="Arial"/>
                <a:cs typeface="Arial"/>
              </a:rPr>
              <a:t>Headline memimpin dengan karier; konteks belajar dan bukti bengkel baru terasa setelahnya.</a:t>
            </a:r>
          </a:p>
        </p:txBody>
      </p:sp>
      <p:sp>
        <p:nvSpPr>
          <p:cNvPr id="15" name="">
            <a:extLst xmlns:a="http://schemas.openxmlformats.org/drawingml/2006/main">
              <a:ext uri="{FF2B5EF4-FFF2-40B4-BE49-F238E27FC236}">
                <a16:creationId xmlns:a16="http://schemas.microsoft.com/office/drawing/2014/main" id="{7BC5A9BB-8DB7-40F7-8E71-D6B8E7124B05}"/>
              </a:ext>
            </a:extLst>
          </p:cNvPr>
          <p:cNvSpPr>
            <a:spLocks xmlns:a="http://schemas.openxmlformats.org/drawingml/2006/main" noGrp="1"/>
          </p:cNvSpPr>
          <p:nvPr/>
        </p:nvSpPr>
        <p:spPr>
          <a:xfrm xmlns:a="http://schemas.openxmlformats.org/drawingml/2006/main" rot="0">
            <a:off x="7715250" y="2571750"/>
            <a:ext cx="36766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6" name="">
            <a:extLst xmlns:a="http://schemas.openxmlformats.org/drawingml/2006/main">
              <a:ext uri="{FF2B5EF4-FFF2-40B4-BE49-F238E27FC236}">
                <a16:creationId xmlns:a16="http://schemas.microsoft.com/office/drawing/2014/main" id="{466B5E64-6802-4A0B-936B-016E76DA1F3F}"/>
              </a:ext>
            </a:extLst>
          </p:cNvPr>
          <p:cNvSpPr>
            <a:spLocks xmlns:a="http://schemas.openxmlformats.org/drawingml/2006/main" noGrp="1"/>
          </p:cNvSpPr>
          <p:nvPr/>
        </p:nvSpPr>
        <p:spPr>
          <a:xfrm xmlns:a="http://schemas.openxmlformats.org/drawingml/2006/main" rot="0">
            <a:off x="7715250" y="2819400"/>
            <a:ext cx="323850" cy="32385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17" name="">
            <a:extLst xmlns:a="http://schemas.openxmlformats.org/drawingml/2006/main">
              <a:ext uri="{FF2B5EF4-FFF2-40B4-BE49-F238E27FC236}">
                <a16:creationId xmlns:a16="http://schemas.microsoft.com/office/drawing/2014/main" id="{6EE86DAF-1A46-4AA1-A4AF-13358F96FE71}"/>
              </a:ext>
            </a:extLst>
          </p:cNvPr>
          <p:cNvSpPr>
            <a:spLocks xmlns:a="http://schemas.openxmlformats.org/drawingml/2006/main" noGrp="1"/>
          </p:cNvSpPr>
          <p:nvPr/>
        </p:nvSpPr>
        <p:spPr>
          <a:xfrm xmlns:a="http://schemas.openxmlformats.org/drawingml/2006/main">
            <a:off x="7715250" y="28956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A4C49814-20A0-4103-847F-DFAA8D8B8AC4}"/>
              </a:ext>
            </a:extLst>
          </p:cNvPr>
          <p:cNvSpPr>
            <a:spLocks xmlns:a="http://schemas.openxmlformats.org/drawingml/2006/main" noGrp="1"/>
          </p:cNvSpPr>
          <p:nvPr/>
        </p:nvSpPr>
        <p:spPr>
          <a:xfrm xmlns:a="http://schemas.openxmlformats.org/drawingml/2006/main">
            <a:off x="8172450" y="2809875"/>
            <a:ext cx="3219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Aksen visual terlalu kampanye</a:t>
            </a:r>
          </a:p>
        </p:txBody>
      </p:sp>
      <p:sp>
        <p:nvSpPr>
          <p:cNvPr id="19" name="">
            <a:extLst xmlns:a="http://schemas.openxmlformats.org/drawingml/2006/main">
              <a:ext uri="{FF2B5EF4-FFF2-40B4-BE49-F238E27FC236}">
                <a16:creationId xmlns:a16="http://schemas.microsoft.com/office/drawing/2014/main" id="{DDFC049F-C602-4905-A2A8-A92727E53ACC}"/>
              </a:ext>
            </a:extLst>
          </p:cNvPr>
          <p:cNvSpPr>
            <a:spLocks xmlns:a="http://schemas.openxmlformats.org/drawingml/2006/main" noGrp="1"/>
          </p:cNvSpPr>
          <p:nvPr/>
        </p:nvSpPr>
        <p:spPr>
          <a:xfrm xmlns:a="http://schemas.openxmlformats.org/drawingml/2006/main">
            <a:off x="8172450" y="3124200"/>
            <a:ext cx="3219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F5E5A"/>
                </a:solidFill>
                <a:latin typeface="Arial"/>
                <a:ea typeface="Arial"/>
                <a:cs typeface="Arial"/>
              </a:defRPr>
            </a:pPr>
            <a:r>
              <a:rPr sz="1125" b="0">
                <a:solidFill>
                  <a:srgbClr val="5F5E5A"/>
                </a:solidFill>
                <a:latin typeface="Arial"/>
                <a:ea typeface="Arial"/>
                <a:cs typeface="Arial"/>
              </a:rPr>
              <a:t>Latar gelap, glow, badge, dan banyak penekanan membuat kesan promo lebih dominan.</a:t>
            </a:r>
          </a:p>
        </p:txBody>
      </p:sp>
      <p:sp>
        <p:nvSpPr>
          <p:cNvPr id="20" name="">
            <a:extLst xmlns:a="http://schemas.openxmlformats.org/drawingml/2006/main">
              <a:ext uri="{FF2B5EF4-FFF2-40B4-BE49-F238E27FC236}">
                <a16:creationId xmlns:a16="http://schemas.microsoft.com/office/drawing/2014/main" id="{0C9F5944-1680-4A4A-96D4-4BF5EC42CF23}"/>
              </a:ext>
            </a:extLst>
          </p:cNvPr>
          <p:cNvSpPr>
            <a:spLocks xmlns:a="http://schemas.openxmlformats.org/drawingml/2006/main" noGrp="1"/>
          </p:cNvSpPr>
          <p:nvPr/>
        </p:nvSpPr>
        <p:spPr>
          <a:xfrm xmlns:a="http://schemas.openxmlformats.org/drawingml/2006/main" rot="0">
            <a:off x="7715250" y="3962400"/>
            <a:ext cx="36766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1" name="">
            <a:extLst xmlns:a="http://schemas.openxmlformats.org/drawingml/2006/main">
              <a:ext uri="{FF2B5EF4-FFF2-40B4-BE49-F238E27FC236}">
                <a16:creationId xmlns:a16="http://schemas.microsoft.com/office/drawing/2014/main" id="{2F4D91B9-B05A-485B-BEB3-575C9A048254}"/>
              </a:ext>
            </a:extLst>
          </p:cNvPr>
          <p:cNvSpPr>
            <a:spLocks xmlns:a="http://schemas.openxmlformats.org/drawingml/2006/main" noGrp="1"/>
          </p:cNvSpPr>
          <p:nvPr/>
        </p:nvSpPr>
        <p:spPr>
          <a:xfrm xmlns:a="http://schemas.openxmlformats.org/drawingml/2006/main" rot="0">
            <a:off x="7715250" y="4210050"/>
            <a:ext cx="323850" cy="32385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22" name="">
            <a:extLst xmlns:a="http://schemas.openxmlformats.org/drawingml/2006/main">
              <a:ext uri="{FF2B5EF4-FFF2-40B4-BE49-F238E27FC236}">
                <a16:creationId xmlns:a16="http://schemas.microsoft.com/office/drawing/2014/main" id="{13D2EBB5-1BD1-4CB6-96FA-2626BBE67A97}"/>
              </a:ext>
            </a:extLst>
          </p:cNvPr>
          <p:cNvSpPr>
            <a:spLocks xmlns:a="http://schemas.openxmlformats.org/drawingml/2006/main" noGrp="1"/>
          </p:cNvSpPr>
          <p:nvPr/>
        </p:nvSpPr>
        <p:spPr>
          <a:xfrm xmlns:a="http://schemas.openxmlformats.org/drawingml/2006/main">
            <a:off x="7715250" y="4286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16D6EF30-06E9-4F1A-8225-9CEF09DBB447}"/>
              </a:ext>
            </a:extLst>
          </p:cNvPr>
          <p:cNvSpPr>
            <a:spLocks xmlns:a="http://schemas.openxmlformats.org/drawingml/2006/main" noGrp="1"/>
          </p:cNvSpPr>
          <p:nvPr/>
        </p:nvSpPr>
        <p:spPr>
          <a:xfrm xmlns:a="http://schemas.openxmlformats.org/drawingml/2006/main">
            <a:off x="8172450" y="4200525"/>
            <a:ext cx="3219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Hero memuat terlalu banyak janji</a:t>
            </a:r>
          </a:p>
        </p:txBody>
      </p:sp>
      <p:sp>
        <p:nvSpPr>
          <p:cNvPr id="24" name="">
            <a:extLst xmlns:a="http://schemas.openxmlformats.org/drawingml/2006/main">
              <a:ext uri="{FF2B5EF4-FFF2-40B4-BE49-F238E27FC236}">
                <a16:creationId xmlns:a16="http://schemas.microsoft.com/office/drawing/2014/main" id="{594C60A3-68B2-4193-9447-1793A5681613}"/>
              </a:ext>
            </a:extLst>
          </p:cNvPr>
          <p:cNvSpPr>
            <a:spLocks xmlns:a="http://schemas.openxmlformats.org/drawingml/2006/main" noGrp="1"/>
          </p:cNvSpPr>
          <p:nvPr/>
        </p:nvSpPr>
        <p:spPr>
          <a:xfrm xmlns:a="http://schemas.openxmlformats.org/drawingml/2006/main">
            <a:off x="8172450" y="4514850"/>
            <a:ext cx="3219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F5E5A"/>
                </a:solidFill>
                <a:latin typeface="Arial"/>
                <a:ea typeface="Arial"/>
                <a:cs typeface="Arial"/>
              </a:defRPr>
            </a:pPr>
            <a:r>
              <a:rPr sz="1125" b="0">
                <a:solidFill>
                  <a:srgbClr val="5F5E5A"/>
                </a:solidFill>
                <a:latin typeface="Arial"/>
                <a:ea typeface="Arial"/>
                <a:cs typeface="Arial"/>
              </a:rPr>
              <a:t>Benefit, OJT, sertifikat, rekrutmen, dan CTA bersaing dalam satu viewport.</a:t>
            </a:r>
          </a:p>
        </p:txBody>
      </p:sp>
      <p:sp>
        <p:nvSpPr>
          <p:cNvPr id="25" name="">
            <a:extLst xmlns:a="http://schemas.openxmlformats.org/drawingml/2006/main">
              <a:ext uri="{FF2B5EF4-FFF2-40B4-BE49-F238E27FC236}">
                <a16:creationId xmlns:a16="http://schemas.microsoft.com/office/drawing/2014/main" id="{774AE7BE-D861-476B-B20F-20D2F4B7CE38}"/>
              </a:ext>
            </a:extLst>
          </p:cNvPr>
          <p:cNvSpPr>
            <a:spLocks xmlns:a="http://schemas.openxmlformats.org/drawingml/2006/main" noGrp="1"/>
          </p:cNvSpPr>
          <p:nvPr/>
        </p:nvSpPr>
        <p:spPr>
          <a:xfrm xmlns:a="http://schemas.openxmlformats.org/drawingml/2006/main">
            <a:off x="7715250" y="56388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KENAPA PERLU DIUBAH</a:t>
            </a:r>
          </a:p>
        </p:txBody>
      </p:sp>
      <p:sp>
        <p:nvSpPr>
          <p:cNvPr id="26" name="">
            <a:extLst xmlns:a="http://schemas.openxmlformats.org/drawingml/2006/main">
              <a:ext uri="{FF2B5EF4-FFF2-40B4-BE49-F238E27FC236}">
                <a16:creationId xmlns:a16="http://schemas.microsoft.com/office/drawing/2014/main" id="{A6D9F89D-8E32-4DD1-9098-223FBF418D33}"/>
              </a:ext>
            </a:extLst>
          </p:cNvPr>
          <p:cNvSpPr>
            <a:spLocks xmlns:a="http://schemas.openxmlformats.org/drawingml/2006/main" noGrp="1"/>
          </p:cNvSpPr>
          <p:nvPr/>
        </p:nvSpPr>
        <p:spPr>
          <a:xfrm xmlns:a="http://schemas.openxmlformats.org/drawingml/2006/main">
            <a:off x="7715250" y="58483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332"/>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Untuk mempercepat trust—terutama bagi calon peserta dan orang tua yang menilai kredibilitas lembaga.</a:t>
            </a:r>
          </a:p>
        </p:txBody>
      </p:sp>
    </p:spTree>
    <p:extLst>
      <p:ext uri="{BB962C8B-B14F-4D97-AF65-F5344CB8AC3E}">
        <p14:creationId xmlns:p14="http://schemas.microsoft.com/office/powerpoint/2010/main" val="1158845236"/>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784BDB8-7834-4A23-81E3-B9BDD5ACB66D}"/>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227E4598-4BF3-4BFE-8CC8-E0BA71F3E62E}"/>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E687498C-7723-429F-BEE4-F47FCDDC8879}"/>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B0B0B"/>
                </a:solidFill>
                <a:latin typeface="Arial"/>
                <a:ea typeface="Arial"/>
                <a:cs typeface="Arial"/>
              </a:defRPr>
            </a:pPr>
            <a:r>
              <a:rPr sz="2850" b="1">
                <a:solidFill>
                  <a:srgbClr val="0B0B0B"/>
                </a:solidFill>
                <a:latin typeface="Arial"/>
                <a:ea typeface="Arial"/>
                <a:cs typeface="Arial"/>
              </a:rPr>
              <a:t>After: bukti bengkel menjadi pesan utama</a:t>
            </a:r>
          </a:p>
        </p:txBody>
      </p:sp>
      <p:sp>
        <p:nvSpPr>
          <p:cNvPr id="4" name="">
            <a:extLst xmlns:a="http://schemas.openxmlformats.org/drawingml/2006/main">
              <a:ext uri="{FF2B5EF4-FFF2-40B4-BE49-F238E27FC236}">
                <a16:creationId xmlns:a16="http://schemas.microsoft.com/office/drawing/2014/main" id="{07FFC628-B003-497E-9AB5-B12F2CAD31CC}"/>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F383A366-13A9-4E5A-BAD3-8C927D6AA9D1}"/>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295D680F-B8F5-4066-A48E-0DA1350A0632}"/>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5F5E5A"/>
                </a:solidFill>
                <a:latin typeface="Arial"/>
                <a:ea typeface="Arial"/>
                <a:cs typeface="Arial"/>
              </a:defRPr>
            </a:pPr>
            <a:r>
              <a:rPr sz="750" b="1">
                <a:solidFill>
                  <a:srgbClr val="5F5E5A"/>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60E88EAD-D065-4AF5-94CC-1C0B0B23606D}"/>
              </a:ext>
            </a:extLst>
          </p:cNvPr>
          <p:cNvSpPr>
            <a:spLocks xmlns:a="http://schemas.openxmlformats.org/drawingml/2006/main" noGrp="1"/>
          </p:cNvSpPr>
          <p:nvPr/>
        </p:nvSpPr>
        <p:spPr>
          <a:xfrm xmlns:a="http://schemas.openxmlformats.org/drawingml/2006/main" rot="0">
            <a:off x="590550" y="1428750"/>
            <a:ext cx="323850" cy="3238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8" name="">
            <a:extLst xmlns:a="http://schemas.openxmlformats.org/drawingml/2006/main">
              <a:ext uri="{FF2B5EF4-FFF2-40B4-BE49-F238E27FC236}">
                <a16:creationId xmlns:a16="http://schemas.microsoft.com/office/drawing/2014/main" id="{89FEAB9E-59B8-4693-ADF7-653B319CAC51}"/>
              </a:ext>
            </a:extLst>
          </p:cNvPr>
          <p:cNvSpPr>
            <a:spLocks xmlns:a="http://schemas.openxmlformats.org/drawingml/2006/main" noGrp="1"/>
          </p:cNvSpPr>
          <p:nvPr/>
        </p:nvSpPr>
        <p:spPr>
          <a:xfrm xmlns:a="http://schemas.openxmlformats.org/drawingml/2006/main">
            <a:off x="590550" y="15049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3D7F376-FDA3-42D6-933E-927CF46B4784}"/>
              </a:ext>
            </a:extLst>
          </p:cNvPr>
          <p:cNvSpPr>
            <a:spLocks xmlns:a="http://schemas.openxmlformats.org/drawingml/2006/main" noGrp="1"/>
          </p:cNvSpPr>
          <p:nvPr/>
        </p:nvSpPr>
        <p:spPr>
          <a:xfrm xmlns:a="http://schemas.openxmlformats.org/drawingml/2006/main">
            <a:off x="1047750" y="141922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Headline lebih konkret</a:t>
            </a:r>
          </a:p>
        </p:txBody>
      </p:sp>
      <p:sp>
        <p:nvSpPr>
          <p:cNvPr id="10" name="">
            <a:extLst xmlns:a="http://schemas.openxmlformats.org/drawingml/2006/main">
              <a:ext uri="{FF2B5EF4-FFF2-40B4-BE49-F238E27FC236}">
                <a16:creationId xmlns:a16="http://schemas.microsoft.com/office/drawing/2014/main" id="{0159D17B-784E-4389-8397-D239C24595B5}"/>
              </a:ext>
            </a:extLst>
          </p:cNvPr>
          <p:cNvSpPr>
            <a:spLocks xmlns:a="http://schemas.openxmlformats.org/drawingml/2006/main" noGrp="1"/>
          </p:cNvSpPr>
          <p:nvPr/>
        </p:nvSpPr>
        <p:spPr>
          <a:xfrm xmlns:a="http://schemas.openxmlformats.org/drawingml/2006/main">
            <a:off x="1047750" y="173355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F5E5A"/>
                </a:solidFill>
                <a:latin typeface="Arial"/>
                <a:ea typeface="Arial"/>
                <a:cs typeface="Arial"/>
              </a:defRPr>
            </a:pPr>
            <a:r>
              <a:rPr sz="1125" b="0">
                <a:solidFill>
                  <a:srgbClr val="5F5E5A"/>
                </a:solidFill>
                <a:latin typeface="Arial"/>
                <a:ea typeface="Arial"/>
                <a:cs typeface="Arial"/>
              </a:rPr>
              <a:t>‘Belajar mekanik di bengkel nyata’ langsung menjelaskan diferensiasi dan metode.</a:t>
            </a:r>
          </a:p>
        </p:txBody>
      </p:sp>
      <p:sp>
        <p:nvSpPr>
          <p:cNvPr id="11" name="">
            <a:extLst xmlns:a="http://schemas.openxmlformats.org/drawingml/2006/main">
              <a:ext uri="{FF2B5EF4-FFF2-40B4-BE49-F238E27FC236}">
                <a16:creationId xmlns:a16="http://schemas.microsoft.com/office/drawing/2014/main" id="{81B4EEC3-B85B-45F4-AD3A-A9CA19521BD4}"/>
              </a:ext>
            </a:extLst>
          </p:cNvPr>
          <p:cNvSpPr>
            <a:spLocks xmlns:a="http://schemas.openxmlformats.org/drawingml/2006/main" noGrp="1"/>
          </p:cNvSpPr>
          <p:nvPr/>
        </p:nvSpPr>
        <p:spPr>
          <a:xfrm xmlns:a="http://schemas.openxmlformats.org/drawingml/2006/main" rot="0">
            <a:off x="590550" y="2571750"/>
            <a:ext cx="38862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2" name="">
            <a:extLst xmlns:a="http://schemas.openxmlformats.org/drawingml/2006/main">
              <a:ext uri="{FF2B5EF4-FFF2-40B4-BE49-F238E27FC236}">
                <a16:creationId xmlns:a16="http://schemas.microsoft.com/office/drawing/2014/main" id="{89895C8A-4426-49A5-BC00-4CCEDC0D255D}"/>
              </a:ext>
            </a:extLst>
          </p:cNvPr>
          <p:cNvSpPr>
            <a:spLocks xmlns:a="http://schemas.openxmlformats.org/drawingml/2006/main" noGrp="1"/>
          </p:cNvSpPr>
          <p:nvPr/>
        </p:nvSpPr>
        <p:spPr>
          <a:xfrm xmlns:a="http://schemas.openxmlformats.org/drawingml/2006/main" rot="0">
            <a:off x="590550" y="2819400"/>
            <a:ext cx="323850" cy="3238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3" name="">
            <a:extLst xmlns:a="http://schemas.openxmlformats.org/drawingml/2006/main">
              <a:ext uri="{FF2B5EF4-FFF2-40B4-BE49-F238E27FC236}">
                <a16:creationId xmlns:a16="http://schemas.microsoft.com/office/drawing/2014/main" id="{920725A1-1383-407C-9F7D-44D82BA779AD}"/>
              </a:ext>
            </a:extLst>
          </p:cNvPr>
          <p:cNvSpPr>
            <a:spLocks xmlns:a="http://schemas.openxmlformats.org/drawingml/2006/main" noGrp="1"/>
          </p:cNvSpPr>
          <p:nvPr/>
        </p:nvSpPr>
        <p:spPr>
          <a:xfrm xmlns:a="http://schemas.openxmlformats.org/drawingml/2006/main">
            <a:off x="590550" y="28956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98EF141E-A19D-4E5C-ADA9-869B1EA2F485}"/>
              </a:ext>
            </a:extLst>
          </p:cNvPr>
          <p:cNvSpPr>
            <a:spLocks xmlns:a="http://schemas.openxmlformats.org/drawingml/2006/main" noGrp="1"/>
          </p:cNvSpPr>
          <p:nvPr/>
        </p:nvSpPr>
        <p:spPr>
          <a:xfrm xmlns:a="http://schemas.openxmlformats.org/drawingml/2006/main">
            <a:off x="1047750" y="280987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Bahasa visual lebih institusional</a:t>
            </a:r>
          </a:p>
        </p:txBody>
      </p:sp>
      <p:sp>
        <p:nvSpPr>
          <p:cNvPr id="15" name="">
            <a:extLst xmlns:a="http://schemas.openxmlformats.org/drawingml/2006/main">
              <a:ext uri="{FF2B5EF4-FFF2-40B4-BE49-F238E27FC236}">
                <a16:creationId xmlns:a16="http://schemas.microsoft.com/office/drawing/2014/main" id="{7FD855E2-DC55-4258-84AE-9E1F7E4DF9AA}"/>
              </a:ext>
            </a:extLst>
          </p:cNvPr>
          <p:cNvSpPr>
            <a:spLocks xmlns:a="http://schemas.openxmlformats.org/drawingml/2006/main" noGrp="1"/>
          </p:cNvSpPr>
          <p:nvPr/>
        </p:nvSpPr>
        <p:spPr>
          <a:xfrm xmlns:a="http://schemas.openxmlformats.org/drawingml/2006/main">
            <a:off x="1047750" y="312420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F5E5A"/>
                </a:solidFill>
                <a:latin typeface="Arial"/>
                <a:ea typeface="Arial"/>
                <a:cs typeface="Arial"/>
              </a:defRPr>
            </a:pPr>
            <a:r>
              <a:rPr sz="1125" b="0">
                <a:solidFill>
                  <a:srgbClr val="5F5E5A"/>
                </a:solidFill>
                <a:latin typeface="Arial"/>
                <a:ea typeface="Arial"/>
                <a:cs typeface="Arial"/>
              </a:rPr>
              <a:t>Putih, hitam, dan merah memberi rasa editorial—lebih tenang, jelas, dan kredibel.</a:t>
            </a:r>
          </a:p>
        </p:txBody>
      </p:sp>
      <p:sp>
        <p:nvSpPr>
          <p:cNvPr id="16" name="">
            <a:extLst xmlns:a="http://schemas.openxmlformats.org/drawingml/2006/main">
              <a:ext uri="{FF2B5EF4-FFF2-40B4-BE49-F238E27FC236}">
                <a16:creationId xmlns:a16="http://schemas.microsoft.com/office/drawing/2014/main" id="{4F9C52A3-5DA3-4FED-BBC3-BB993665D7F2}"/>
              </a:ext>
            </a:extLst>
          </p:cNvPr>
          <p:cNvSpPr>
            <a:spLocks xmlns:a="http://schemas.openxmlformats.org/drawingml/2006/main" noGrp="1"/>
          </p:cNvSpPr>
          <p:nvPr/>
        </p:nvSpPr>
        <p:spPr>
          <a:xfrm xmlns:a="http://schemas.openxmlformats.org/drawingml/2006/main" rot="0">
            <a:off x="590550" y="3962400"/>
            <a:ext cx="38862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7" name="">
            <a:extLst xmlns:a="http://schemas.openxmlformats.org/drawingml/2006/main">
              <a:ext uri="{FF2B5EF4-FFF2-40B4-BE49-F238E27FC236}">
                <a16:creationId xmlns:a16="http://schemas.microsoft.com/office/drawing/2014/main" id="{AC7D3EC5-1978-436E-9BBE-8D78251BC867}"/>
              </a:ext>
            </a:extLst>
          </p:cNvPr>
          <p:cNvSpPr>
            <a:spLocks xmlns:a="http://schemas.openxmlformats.org/drawingml/2006/main" noGrp="1"/>
          </p:cNvSpPr>
          <p:nvPr/>
        </p:nvSpPr>
        <p:spPr>
          <a:xfrm xmlns:a="http://schemas.openxmlformats.org/drawingml/2006/main" rot="0">
            <a:off x="590550" y="4210050"/>
            <a:ext cx="323850" cy="3238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8" name="">
            <a:extLst xmlns:a="http://schemas.openxmlformats.org/drawingml/2006/main">
              <a:ext uri="{FF2B5EF4-FFF2-40B4-BE49-F238E27FC236}">
                <a16:creationId xmlns:a16="http://schemas.microsoft.com/office/drawing/2014/main" id="{4B3E644D-F5CD-4D0B-B401-2A56C1C051C0}"/>
              </a:ext>
            </a:extLst>
          </p:cNvPr>
          <p:cNvSpPr>
            <a:spLocks xmlns:a="http://schemas.openxmlformats.org/drawingml/2006/main" noGrp="1"/>
          </p:cNvSpPr>
          <p:nvPr/>
        </p:nvSpPr>
        <p:spPr>
          <a:xfrm xmlns:a="http://schemas.openxmlformats.org/drawingml/2006/main">
            <a:off x="590550" y="42862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36F71810-7EFD-4075-8F06-D2B467101ED3}"/>
              </a:ext>
            </a:extLst>
          </p:cNvPr>
          <p:cNvSpPr>
            <a:spLocks xmlns:a="http://schemas.openxmlformats.org/drawingml/2006/main" noGrp="1"/>
          </p:cNvSpPr>
          <p:nvPr/>
        </p:nvSpPr>
        <p:spPr>
          <a:xfrm xmlns:a="http://schemas.openxmlformats.org/drawingml/2006/main">
            <a:off x="1047750" y="420052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Arah keputusan lebih rapi</a:t>
            </a:r>
          </a:p>
        </p:txBody>
      </p:sp>
      <p:sp>
        <p:nvSpPr>
          <p:cNvPr id="20" name="">
            <a:extLst xmlns:a="http://schemas.openxmlformats.org/drawingml/2006/main">
              <a:ext uri="{FF2B5EF4-FFF2-40B4-BE49-F238E27FC236}">
                <a16:creationId xmlns:a16="http://schemas.microsoft.com/office/drawing/2014/main" id="{09A685D3-D801-4805-9BF3-5EC21FC31173}"/>
              </a:ext>
            </a:extLst>
          </p:cNvPr>
          <p:cNvSpPr>
            <a:spLocks xmlns:a="http://schemas.openxmlformats.org/drawingml/2006/main" noGrp="1"/>
          </p:cNvSpPr>
          <p:nvPr/>
        </p:nvSpPr>
        <p:spPr>
          <a:xfrm xmlns:a="http://schemas.openxmlformats.org/drawingml/2006/main">
            <a:off x="1047750" y="451485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F5E5A"/>
                </a:solidFill>
                <a:latin typeface="Arial"/>
                <a:ea typeface="Arial"/>
                <a:cs typeface="Arial"/>
              </a:defRPr>
            </a:pPr>
            <a:r>
              <a:rPr sz="1125" b="0">
                <a:solidFill>
                  <a:srgbClr val="5F5E5A"/>
                </a:solidFill>
                <a:latin typeface="Arial"/>
                <a:ea typeface="Arial"/>
                <a:cs typeface="Arial"/>
              </a:rPr>
              <a:t>Proof list ringkas, foto utama, CTA konsultasi, dan CTA program memiliki hirarki.</a:t>
            </a:r>
          </a:p>
        </p:txBody>
      </p:sp>
      <p:sp>
        <p:nvSpPr>
          <p:cNvPr id="21" name="">
            <a:extLst xmlns:a="http://schemas.openxmlformats.org/drawingml/2006/main">
              <a:ext uri="{FF2B5EF4-FFF2-40B4-BE49-F238E27FC236}">
                <a16:creationId xmlns:a16="http://schemas.microsoft.com/office/drawing/2014/main" id="{A49F09DE-322A-4EDD-9678-E15CBA334704}"/>
              </a:ext>
            </a:extLst>
          </p:cNvPr>
          <p:cNvSpPr>
            <a:spLocks xmlns:a="http://schemas.openxmlformats.org/drawingml/2006/main" noGrp="1"/>
          </p:cNvSpPr>
          <p:nvPr/>
        </p:nvSpPr>
        <p:spPr>
          <a:xfrm xmlns:a="http://schemas.openxmlformats.org/drawingml/2006/main" rot="0">
            <a:off x="4819650" y="1200150"/>
            <a:ext cx="6877050" cy="3905250"/>
          </a:xfrm>
          <a:prstGeom xmlns:a="http://schemas.openxmlformats.org/drawingml/2006/main" prst="roundRect">
            <a:avLst>
              <a:gd name="adj" fmla="val 2439"/>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59f0a1cb51bb4091"/>
          <a:srcRect xmlns:a="http://schemas.openxmlformats.org/drawingml/2006/main" l="47" t="0" r="47" b="0"/>
          <a:stretch xmlns:a="http://schemas.openxmlformats.org/drawingml/2006/main">
            <a:fillRect l="0" t="0" r="0" b="0"/>
          </a:stretch>
        </p:blipFill>
        <p:spPr>
          <a:xfrm xmlns:a="http://schemas.openxmlformats.org/drawingml/2006/main">
            <a:off x="4857750" y="1238250"/>
            <a:ext cx="6800850" cy="3829050"/>
          </a:xfrm>
          <a:prstGeom xmlns:a="http://schemas.openxmlformats.org/drawingml/2006/main" prst="roundRect">
            <a:avLst>
              <a:gd name="adj" fmla="val 2488"/>
            </a:avLst>
          </a:prstGeom>
        </p:spPr>
      </p:pic>
      <p:sp>
        <p:nvSpPr>
          <p:cNvPr id="23" name="">
            <a:extLst xmlns:a="http://schemas.openxmlformats.org/drawingml/2006/main">
              <a:ext uri="{FF2B5EF4-FFF2-40B4-BE49-F238E27FC236}">
                <a16:creationId xmlns:a16="http://schemas.microsoft.com/office/drawing/2014/main" id="{8E34FBE1-B5E5-44BB-BF2E-67A9031D8F88}"/>
              </a:ext>
            </a:extLst>
          </p:cNvPr>
          <p:cNvSpPr>
            <a:spLocks xmlns:a="http://schemas.openxmlformats.org/drawingml/2006/main" noGrp="1"/>
          </p:cNvSpPr>
          <p:nvPr/>
        </p:nvSpPr>
        <p:spPr>
          <a:xfrm xmlns:a="http://schemas.openxmlformats.org/drawingml/2006/main" rot="0">
            <a:off x="9563100" y="5219700"/>
            <a:ext cx="1752600" cy="285750"/>
          </a:xfrm>
          <a:prstGeom xmlns:a="http://schemas.openxmlformats.org/drawingml/2006/main" prst="roundRect">
            <a:avLst>
              <a:gd name="adj" fmla="val 50000"/>
            </a:avLst>
          </a:prstGeom>
          <a:solidFill xmlns:a="http://schemas.openxmlformats.org/drawingml/2006/main">
            <a:srgbClr val="C6281C"/>
          </a:solidFill>
          <a:ln xmlns:a="http://schemas.openxmlformats.org/drawingml/2006/main" w="0">
            <a:solidFill>
              <a:srgbClr val="C6281C"/>
            </a:solidFill>
            <a:prstDash val="solid"/>
          </a:ln>
        </p:spPr>
      </p:sp>
      <p:sp>
        <p:nvSpPr>
          <p:cNvPr id="24" name="">
            <a:extLst xmlns:a="http://schemas.openxmlformats.org/drawingml/2006/main">
              <a:ext uri="{FF2B5EF4-FFF2-40B4-BE49-F238E27FC236}">
                <a16:creationId xmlns:a16="http://schemas.microsoft.com/office/drawing/2014/main" id="{911E84AF-F2F7-4384-A963-46033476C3B0}"/>
              </a:ext>
            </a:extLst>
          </p:cNvPr>
          <p:cNvSpPr>
            <a:spLocks xmlns:a="http://schemas.openxmlformats.org/drawingml/2006/main" noGrp="1"/>
          </p:cNvSpPr>
          <p:nvPr/>
        </p:nvSpPr>
        <p:spPr>
          <a:xfrm xmlns:a="http://schemas.openxmlformats.org/drawingml/2006/main">
            <a:off x="9658350" y="5286375"/>
            <a:ext cx="1562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CURRENT • a42306a</a:t>
            </a:r>
          </a:p>
        </p:txBody>
      </p:sp>
      <p:sp>
        <p:nvSpPr>
          <p:cNvPr id="25" name="">
            <a:extLst xmlns:a="http://schemas.openxmlformats.org/drawingml/2006/main">
              <a:ext uri="{FF2B5EF4-FFF2-40B4-BE49-F238E27FC236}">
                <a16:creationId xmlns:a16="http://schemas.microsoft.com/office/drawing/2014/main" id="{0A04A723-3EF3-4C44-9095-9389D7AB023C}"/>
              </a:ext>
            </a:extLst>
          </p:cNvPr>
          <p:cNvSpPr>
            <a:spLocks xmlns:a="http://schemas.openxmlformats.org/drawingml/2006/main" noGrp="1"/>
          </p:cNvSpPr>
          <p:nvPr/>
        </p:nvSpPr>
        <p:spPr>
          <a:xfrm xmlns:a="http://schemas.openxmlformats.org/drawingml/2006/main" rot="0">
            <a:off x="590550" y="5562600"/>
            <a:ext cx="11049000" cy="685800"/>
          </a:xfrm>
          <a:prstGeom xmlns:a="http://schemas.openxmlformats.org/drawingml/2006/main" prst="roundRect">
            <a:avLst>
              <a:gd name="adj" fmla="val 11111"/>
            </a:avLst>
          </a:prstGeom>
          <a:solidFill xmlns:a="http://schemas.openxmlformats.org/drawingml/2006/main">
            <a:srgbClr val="17191F"/>
          </a:solidFill>
          <a:ln xmlns:a="http://schemas.openxmlformats.org/drawingml/2006/main" w="0">
            <a:solidFill>
              <a:srgbClr val="17191F"/>
            </a:solidFill>
            <a:prstDash val="solid"/>
          </a:ln>
        </p:spPr>
      </p:sp>
      <p:sp>
        <p:nvSpPr>
          <p:cNvPr id="26" name="">
            <a:extLst xmlns:a="http://schemas.openxmlformats.org/drawingml/2006/main">
              <a:ext uri="{FF2B5EF4-FFF2-40B4-BE49-F238E27FC236}">
                <a16:creationId xmlns:a16="http://schemas.microsoft.com/office/drawing/2014/main" id="{36126FC0-38BD-43F0-A5AE-7D24DA0A1F2D}"/>
              </a:ext>
            </a:extLst>
          </p:cNvPr>
          <p:cNvSpPr>
            <a:spLocks xmlns:a="http://schemas.openxmlformats.org/drawingml/2006/main" noGrp="1"/>
          </p:cNvSpPr>
          <p:nvPr/>
        </p:nvSpPr>
        <p:spPr>
          <a:xfrm xmlns:a="http://schemas.openxmlformats.org/drawingml/2006/main">
            <a:off x="800100" y="5743575"/>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39A8F"/>
                </a:solidFill>
                <a:latin typeface="Arial"/>
                <a:ea typeface="Arial"/>
                <a:cs typeface="Arial"/>
              </a:defRPr>
            </a:pPr>
            <a:r>
              <a:rPr sz="825" b="1">
                <a:solidFill>
                  <a:srgbClr val="F39A8F"/>
                </a:solidFill>
                <a:latin typeface="Arial"/>
                <a:ea typeface="Arial"/>
                <a:cs typeface="Arial"/>
              </a:rPr>
              <a:t>KENAPA LEBIH KUAT</a:t>
            </a:r>
          </a:p>
        </p:txBody>
      </p:sp>
      <p:sp>
        <p:nvSpPr>
          <p:cNvPr id="27" name="">
            <a:extLst xmlns:a="http://schemas.openxmlformats.org/drawingml/2006/main">
              <a:ext uri="{FF2B5EF4-FFF2-40B4-BE49-F238E27FC236}">
                <a16:creationId xmlns:a16="http://schemas.microsoft.com/office/drawing/2014/main" id="{E83314ED-6D16-46C6-8603-B208B21E1209}"/>
              </a:ext>
            </a:extLst>
          </p:cNvPr>
          <p:cNvSpPr>
            <a:spLocks xmlns:a="http://schemas.openxmlformats.org/drawingml/2006/main" noGrp="1"/>
          </p:cNvSpPr>
          <p:nvPr/>
        </p:nvSpPr>
        <p:spPr>
          <a:xfrm xmlns:a="http://schemas.openxmlformats.org/drawingml/2006/main">
            <a:off x="2362200" y="5695950"/>
            <a:ext cx="893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07"/>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Calon peserta memahami apa yang terjadi saat belajar sebelum diminta mempercayai outcome-nya.</a:t>
            </a:r>
          </a:p>
        </p:txBody>
      </p:sp>
    </p:spTree>
    <p:extLst>
      <p:ext uri="{BB962C8B-B14F-4D97-AF65-F5344CB8AC3E}">
        <p14:creationId xmlns:p14="http://schemas.microsoft.com/office/powerpoint/2010/main" val="68718057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D1461C-C276-480E-ACD6-3A097D96E7EF}"/>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10B86C1D-FB43-497A-B5B1-BF08C187CA3D}"/>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1F350EF-3277-4287-A41F-0ADB02D47BDA}"/>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693"/>
          </a:bodyPr>
          <a:lstStyle xmlns:a="http://schemas.openxmlformats.org/drawingml/2006/main"/>
          <a:p xmlns:a="http://schemas.openxmlformats.org/drawingml/2006/main">
            <a:pPr algn="l">
              <a:defRPr sz="2850" b="1">
                <a:solidFill>
                  <a:srgbClr val="0B0B0B"/>
                </a:solidFill>
                <a:latin typeface="Arial"/>
                <a:ea typeface="Arial"/>
                <a:cs typeface="Arial"/>
              </a:defRPr>
            </a:pPr>
            <a:r>
              <a:rPr sz="2850" b="1">
                <a:solidFill>
                  <a:srgbClr val="0B0B0B"/>
                </a:solidFill>
                <a:latin typeface="Arial"/>
                <a:ea typeface="Arial"/>
                <a:cs typeface="Arial"/>
              </a:rPr>
              <a:t>Perbandingan langsung: pesan lebih spesifik, keputusan lebih mudah</a:t>
            </a:r>
          </a:p>
        </p:txBody>
      </p:sp>
      <p:sp>
        <p:nvSpPr>
          <p:cNvPr id="4" name="">
            <a:extLst xmlns:a="http://schemas.openxmlformats.org/drawingml/2006/main">
              <a:ext uri="{FF2B5EF4-FFF2-40B4-BE49-F238E27FC236}">
                <a16:creationId xmlns:a16="http://schemas.microsoft.com/office/drawing/2014/main" id="{373F64A9-6EF7-426E-82D3-9656EDFAF28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2F4FDFD5-7732-430E-BAB3-FAA8D9A6B66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A0EFECCE-C1CC-461F-8EE8-FD551D3BC6C5}"/>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5F5E5A"/>
                </a:solidFill>
                <a:latin typeface="Arial"/>
                <a:ea typeface="Arial"/>
                <a:cs typeface="Arial"/>
              </a:defRPr>
            </a:pPr>
            <a:r>
              <a:rPr sz="750" b="1">
                <a:solidFill>
                  <a:srgbClr val="5F5E5A"/>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74D554D3-564E-47A6-90ED-E42E1C859D38}"/>
              </a:ext>
            </a:extLst>
          </p:cNvPr>
          <p:cNvSpPr>
            <a:spLocks xmlns:a="http://schemas.openxmlformats.org/drawingml/2006/main" noGrp="1"/>
          </p:cNvSpPr>
          <p:nvPr/>
        </p:nvSpPr>
        <p:spPr>
          <a:xfrm xmlns:a="http://schemas.openxmlformats.org/drawingml/2006/main">
            <a:off x="571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2118"/>
                </a:solidFill>
                <a:latin typeface="Arial"/>
                <a:ea typeface="Arial"/>
                <a:cs typeface="Arial"/>
              </a:defRPr>
            </a:pPr>
            <a:r>
              <a:rPr sz="975" b="1">
                <a:solidFill>
                  <a:srgbClr val="9F2118"/>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8FF5DE3A-530F-44FF-8A8F-59E84297E5DE}"/>
              </a:ext>
            </a:extLst>
          </p:cNvPr>
          <p:cNvSpPr>
            <a:spLocks xmlns:a="http://schemas.openxmlformats.org/drawingml/2006/main" noGrp="1"/>
          </p:cNvSpPr>
          <p:nvPr/>
        </p:nvSpPr>
        <p:spPr>
          <a:xfrm xmlns:a="http://schemas.openxmlformats.org/drawingml/2006/main">
            <a:off x="6286500" y="11430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37A57"/>
                </a:solidFill>
                <a:latin typeface="Arial"/>
                <a:ea typeface="Arial"/>
                <a:cs typeface="Arial"/>
              </a:defRPr>
            </a:pPr>
            <a:r>
              <a:rPr sz="975" b="1">
                <a:solidFill>
                  <a:srgbClr val="237A57"/>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84F99290-1AF3-4BAB-827B-947CCAB21570}"/>
              </a:ext>
            </a:extLst>
          </p:cNvPr>
          <p:cNvSpPr>
            <a:spLocks xmlns:a="http://schemas.openxmlformats.org/drawingml/2006/main" noGrp="1"/>
          </p:cNvSpPr>
          <p:nvPr/>
        </p:nvSpPr>
        <p:spPr>
          <a:xfrm xmlns:a="http://schemas.openxmlformats.org/drawingml/2006/main" rot="0">
            <a:off x="533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add20c7488d44fb"/>
          <a:srcRect xmlns:a="http://schemas.openxmlformats.org/drawingml/2006/main" l="60" t="0" r="60" b="0"/>
          <a:stretch xmlns:a="http://schemas.openxmlformats.org/drawingml/2006/main">
            <a:fillRect l="0" t="0" r="0" b="0"/>
          </a:stretch>
        </p:blipFill>
        <p:spPr>
          <a:xfrm xmlns:a="http://schemas.openxmlformats.org/drawingml/2006/main">
            <a:off x="571500" y="1428750"/>
            <a:ext cx="5276850" cy="2971800"/>
          </a:xfrm>
          <a:prstGeom xmlns:a="http://schemas.openxmlformats.org/drawingml/2006/main" prst="roundRect">
            <a:avLst>
              <a:gd name="adj" fmla="val 2564"/>
            </a:avLst>
          </a:prstGeom>
        </p:spPr>
      </p:pic>
      <p:sp>
        <p:nvSpPr>
          <p:cNvPr id="11" name="">
            <a:extLst xmlns:a="http://schemas.openxmlformats.org/drawingml/2006/main">
              <a:ext uri="{FF2B5EF4-FFF2-40B4-BE49-F238E27FC236}">
                <a16:creationId xmlns:a16="http://schemas.microsoft.com/office/drawing/2014/main" id="{5E042975-40E9-4E36-884D-BBAFAFCA2F63}"/>
              </a:ext>
            </a:extLst>
          </p:cNvPr>
          <p:cNvSpPr>
            <a:spLocks xmlns:a="http://schemas.openxmlformats.org/drawingml/2006/main" noGrp="1"/>
          </p:cNvSpPr>
          <p:nvPr/>
        </p:nvSpPr>
        <p:spPr>
          <a:xfrm xmlns:a="http://schemas.openxmlformats.org/drawingml/2006/main" rot="0">
            <a:off x="6248400" y="1390650"/>
            <a:ext cx="535305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994cbb5d71b4b3c"/>
          <a:srcRect xmlns:a="http://schemas.openxmlformats.org/drawingml/2006/main" l="60" t="0" r="60" b="0"/>
          <a:stretch xmlns:a="http://schemas.openxmlformats.org/drawingml/2006/main">
            <a:fillRect l="0" t="0" r="0" b="0"/>
          </a:stretch>
        </p:blipFill>
        <p:spPr>
          <a:xfrm xmlns:a="http://schemas.openxmlformats.org/drawingml/2006/main">
            <a:off x="6286500" y="1428750"/>
            <a:ext cx="5276850" cy="2971800"/>
          </a:xfrm>
          <a:prstGeom xmlns:a="http://schemas.openxmlformats.org/drawingml/2006/main" prst="roundRect">
            <a:avLst>
              <a:gd name="adj" fmla="val 2564"/>
            </a:avLst>
          </a:prstGeom>
        </p:spPr>
      </p:pic>
      <p:sp>
        <p:nvSpPr>
          <p:cNvPr id="13" name="">
            <a:extLst xmlns:a="http://schemas.openxmlformats.org/drawingml/2006/main">
              <a:ext uri="{FF2B5EF4-FFF2-40B4-BE49-F238E27FC236}">
                <a16:creationId xmlns:a16="http://schemas.microsoft.com/office/drawing/2014/main" id="{31A210B9-1CB5-4863-8DBF-EEF390CB3E90}"/>
              </a:ext>
            </a:extLst>
          </p:cNvPr>
          <p:cNvSpPr>
            <a:spLocks xmlns:a="http://schemas.openxmlformats.org/drawingml/2006/main" noGrp="1"/>
          </p:cNvSpPr>
          <p:nvPr/>
        </p:nvSpPr>
        <p:spPr>
          <a:xfrm xmlns:a="http://schemas.openxmlformats.org/drawingml/2006/main" rot="0">
            <a:off x="571500" y="4648200"/>
            <a:ext cx="10991850" cy="19050"/>
          </a:xfrm>
          <a:prstGeom xmlns:a="http://schemas.openxmlformats.org/drawingml/2006/main" prst="rect">
            <a:avLst/>
          </a:prstGeom>
          <a:solidFill xmlns:a="http://schemas.openxmlformats.org/drawingml/2006/main">
            <a:srgbClr val="0B0B0B"/>
          </a:solidFill>
          <a:ln xmlns:a="http://schemas.openxmlformats.org/drawingml/2006/main" w="0">
            <a:solidFill>
              <a:srgbClr val="0B0B0B"/>
            </a:solidFill>
            <a:prstDash val="solid"/>
          </a:ln>
        </p:spPr>
      </p:sp>
      <p:sp>
        <p:nvSpPr>
          <p:cNvPr id="14" name="">
            <a:extLst xmlns:a="http://schemas.openxmlformats.org/drawingml/2006/main">
              <a:ext uri="{FF2B5EF4-FFF2-40B4-BE49-F238E27FC236}">
                <a16:creationId xmlns:a16="http://schemas.microsoft.com/office/drawing/2014/main" id="{CD9DD133-A5C6-46AD-B9A2-DD01B4E9ADBC}"/>
              </a:ext>
            </a:extLst>
          </p:cNvPr>
          <p:cNvSpPr>
            <a:spLocks xmlns:a="http://schemas.openxmlformats.org/drawingml/2006/main" noGrp="1"/>
          </p:cNvSpPr>
          <p:nvPr/>
        </p:nvSpPr>
        <p:spPr>
          <a:xfrm xmlns:a="http://schemas.openxmlformats.org/drawingml/2006/main">
            <a:off x="571500" y="47625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6281C"/>
                </a:solidFill>
                <a:latin typeface="Arial"/>
                <a:ea typeface="Arial"/>
                <a:cs typeface="Arial"/>
              </a:defRPr>
            </a:pPr>
            <a:r>
              <a:rPr sz="975" b="1">
                <a:solidFill>
                  <a:srgbClr val="C6281C"/>
                </a:solidFill>
                <a:latin typeface="Arial"/>
                <a:ea typeface="Arial"/>
                <a:cs typeface="Arial"/>
              </a:rPr>
              <a:t>Pesan</a:t>
            </a:r>
          </a:p>
        </p:txBody>
      </p:sp>
      <p:sp>
        <p:nvSpPr>
          <p:cNvPr id="15" name="">
            <a:extLst xmlns:a="http://schemas.openxmlformats.org/drawingml/2006/main">
              <a:ext uri="{FF2B5EF4-FFF2-40B4-BE49-F238E27FC236}">
                <a16:creationId xmlns:a16="http://schemas.microsoft.com/office/drawing/2014/main" id="{E36FA9BF-08F1-4294-813E-E6E864EF06D8}"/>
              </a:ext>
            </a:extLst>
          </p:cNvPr>
          <p:cNvSpPr>
            <a:spLocks xmlns:a="http://schemas.openxmlformats.org/drawingml/2006/main" noGrp="1"/>
          </p:cNvSpPr>
          <p:nvPr/>
        </p:nvSpPr>
        <p:spPr>
          <a:xfrm xmlns:a="http://schemas.openxmlformats.org/drawingml/2006/main">
            <a:off x="1619250" y="47625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0B0B0B"/>
                </a:solidFill>
                <a:latin typeface="Arial"/>
                <a:ea typeface="Arial"/>
                <a:cs typeface="Arial"/>
              </a:defRPr>
            </a:pPr>
            <a:r>
              <a:rPr sz="1200" b="0">
                <a:solidFill>
                  <a:srgbClr val="0B0B0B"/>
                </a:solidFill>
                <a:latin typeface="Arial"/>
                <a:ea typeface="Arial"/>
                <a:cs typeface="Arial"/>
              </a:rPr>
              <a:t>Aspirasi karier</a:t>
            </a:r>
          </a:p>
        </p:txBody>
      </p:sp>
      <p:sp>
        <p:nvSpPr>
          <p:cNvPr id="16" name="">
            <a:extLst xmlns:a="http://schemas.openxmlformats.org/drawingml/2006/main">
              <a:ext uri="{FF2B5EF4-FFF2-40B4-BE49-F238E27FC236}">
                <a16:creationId xmlns:a16="http://schemas.microsoft.com/office/drawing/2014/main" id="{69454A97-285E-4A9A-9079-16A83DD2C12B}"/>
              </a:ext>
            </a:extLst>
          </p:cNvPr>
          <p:cNvSpPr>
            <a:spLocks xmlns:a="http://schemas.openxmlformats.org/drawingml/2006/main" noGrp="1"/>
          </p:cNvSpPr>
          <p:nvPr/>
        </p:nvSpPr>
        <p:spPr>
          <a:xfrm xmlns:a="http://schemas.openxmlformats.org/drawingml/2006/main">
            <a:off x="6286500" y="4762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B0B0B"/>
                </a:solidFill>
                <a:latin typeface="Arial"/>
                <a:ea typeface="Arial"/>
                <a:cs typeface="Arial"/>
              </a:defRPr>
            </a:pPr>
            <a:r>
              <a:rPr sz="1200" b="1">
                <a:solidFill>
                  <a:srgbClr val="0B0B0B"/>
                </a:solidFill>
                <a:latin typeface="Arial"/>
                <a:ea typeface="Arial"/>
                <a:cs typeface="Arial"/>
              </a:rPr>
              <a:t>Metode belajar nyata</a:t>
            </a:r>
          </a:p>
        </p:txBody>
      </p:sp>
      <p:sp>
        <p:nvSpPr>
          <p:cNvPr id="17" name="">
            <a:extLst xmlns:a="http://schemas.openxmlformats.org/drawingml/2006/main">
              <a:ext uri="{FF2B5EF4-FFF2-40B4-BE49-F238E27FC236}">
                <a16:creationId xmlns:a16="http://schemas.microsoft.com/office/drawing/2014/main" id="{6A3B03F3-58A5-42D7-8B5C-08F892FCB722}"/>
              </a:ext>
            </a:extLst>
          </p:cNvPr>
          <p:cNvSpPr>
            <a:spLocks xmlns:a="http://schemas.openxmlformats.org/drawingml/2006/main" noGrp="1"/>
          </p:cNvSpPr>
          <p:nvPr/>
        </p:nvSpPr>
        <p:spPr>
          <a:xfrm xmlns:a="http://schemas.openxmlformats.org/drawingml/2006/main" rot="0">
            <a:off x="571500" y="51054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8" name="">
            <a:extLst xmlns:a="http://schemas.openxmlformats.org/drawingml/2006/main">
              <a:ext uri="{FF2B5EF4-FFF2-40B4-BE49-F238E27FC236}">
                <a16:creationId xmlns:a16="http://schemas.microsoft.com/office/drawing/2014/main" id="{79FD827C-47C8-4283-A870-428706D97FF0}"/>
              </a:ext>
            </a:extLst>
          </p:cNvPr>
          <p:cNvSpPr>
            <a:spLocks xmlns:a="http://schemas.openxmlformats.org/drawingml/2006/main" noGrp="1"/>
          </p:cNvSpPr>
          <p:nvPr/>
        </p:nvSpPr>
        <p:spPr>
          <a:xfrm xmlns:a="http://schemas.openxmlformats.org/drawingml/2006/main">
            <a:off x="571500" y="5219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6281C"/>
                </a:solidFill>
                <a:latin typeface="Arial"/>
                <a:ea typeface="Arial"/>
                <a:cs typeface="Arial"/>
              </a:defRPr>
            </a:pPr>
            <a:r>
              <a:rPr sz="975" b="1">
                <a:solidFill>
                  <a:srgbClr val="C6281C"/>
                </a:solidFill>
                <a:latin typeface="Arial"/>
                <a:ea typeface="Arial"/>
                <a:cs typeface="Arial"/>
              </a:rPr>
              <a:t>Visual</a:t>
            </a:r>
          </a:p>
        </p:txBody>
      </p:sp>
      <p:sp>
        <p:nvSpPr>
          <p:cNvPr id="19" name="">
            <a:extLst xmlns:a="http://schemas.openxmlformats.org/drawingml/2006/main">
              <a:ext uri="{FF2B5EF4-FFF2-40B4-BE49-F238E27FC236}">
                <a16:creationId xmlns:a16="http://schemas.microsoft.com/office/drawing/2014/main" id="{059B203C-43A4-42DB-B13E-D083FA1CFFEB}"/>
              </a:ext>
            </a:extLst>
          </p:cNvPr>
          <p:cNvSpPr>
            <a:spLocks xmlns:a="http://schemas.openxmlformats.org/drawingml/2006/main" noGrp="1"/>
          </p:cNvSpPr>
          <p:nvPr/>
        </p:nvSpPr>
        <p:spPr>
          <a:xfrm xmlns:a="http://schemas.openxmlformats.org/drawingml/2006/main">
            <a:off x="1619250" y="52197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0B0B0B"/>
                </a:solidFill>
                <a:latin typeface="Arial"/>
                <a:ea typeface="Arial"/>
                <a:cs typeface="Arial"/>
              </a:defRPr>
            </a:pPr>
            <a:r>
              <a:rPr sz="1200" b="0">
                <a:solidFill>
                  <a:srgbClr val="0B0B0B"/>
                </a:solidFill>
                <a:latin typeface="Arial"/>
                <a:ea typeface="Arial"/>
                <a:cs typeface="Arial"/>
              </a:rPr>
              <a:t>Kampanye, gelap, banyak aksen</a:t>
            </a:r>
          </a:p>
        </p:txBody>
      </p:sp>
      <p:sp>
        <p:nvSpPr>
          <p:cNvPr id="20" name="">
            <a:extLst xmlns:a="http://schemas.openxmlformats.org/drawingml/2006/main">
              <a:ext uri="{FF2B5EF4-FFF2-40B4-BE49-F238E27FC236}">
                <a16:creationId xmlns:a16="http://schemas.microsoft.com/office/drawing/2014/main" id="{7DF0FF85-4D0A-4847-A835-E5155A4DFAD8}"/>
              </a:ext>
            </a:extLst>
          </p:cNvPr>
          <p:cNvSpPr>
            <a:spLocks xmlns:a="http://schemas.openxmlformats.org/drawingml/2006/main" noGrp="1"/>
          </p:cNvSpPr>
          <p:nvPr/>
        </p:nvSpPr>
        <p:spPr>
          <a:xfrm xmlns:a="http://schemas.openxmlformats.org/drawingml/2006/main">
            <a:off x="6286500" y="5219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B0B0B"/>
                </a:solidFill>
                <a:latin typeface="Arial"/>
                <a:ea typeface="Arial"/>
                <a:cs typeface="Arial"/>
              </a:defRPr>
            </a:pPr>
            <a:r>
              <a:rPr sz="1200" b="1">
                <a:solidFill>
                  <a:srgbClr val="0B0B0B"/>
                </a:solidFill>
                <a:latin typeface="Arial"/>
                <a:ea typeface="Arial"/>
                <a:cs typeface="Arial"/>
              </a:rPr>
              <a:t>Editorial, terang, fokus</a:t>
            </a:r>
          </a:p>
        </p:txBody>
      </p:sp>
      <p:sp>
        <p:nvSpPr>
          <p:cNvPr id="21" name="">
            <a:extLst xmlns:a="http://schemas.openxmlformats.org/drawingml/2006/main">
              <a:ext uri="{FF2B5EF4-FFF2-40B4-BE49-F238E27FC236}">
                <a16:creationId xmlns:a16="http://schemas.microsoft.com/office/drawing/2014/main" id="{0AEB5B7C-9244-4E42-8DE8-A22EDD3AE607}"/>
              </a:ext>
            </a:extLst>
          </p:cNvPr>
          <p:cNvSpPr>
            <a:spLocks xmlns:a="http://schemas.openxmlformats.org/drawingml/2006/main" noGrp="1"/>
          </p:cNvSpPr>
          <p:nvPr/>
        </p:nvSpPr>
        <p:spPr>
          <a:xfrm xmlns:a="http://schemas.openxmlformats.org/drawingml/2006/main" rot="0">
            <a:off x="571500" y="5562600"/>
            <a:ext cx="1099185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2" name="">
            <a:extLst xmlns:a="http://schemas.openxmlformats.org/drawingml/2006/main">
              <a:ext uri="{FF2B5EF4-FFF2-40B4-BE49-F238E27FC236}">
                <a16:creationId xmlns:a16="http://schemas.microsoft.com/office/drawing/2014/main" id="{A8A1C7F0-F566-41DB-99AA-8576D0A220F6}"/>
              </a:ext>
            </a:extLst>
          </p:cNvPr>
          <p:cNvSpPr>
            <a:spLocks xmlns:a="http://schemas.openxmlformats.org/drawingml/2006/main" noGrp="1"/>
          </p:cNvSpPr>
          <p:nvPr/>
        </p:nvSpPr>
        <p:spPr>
          <a:xfrm xmlns:a="http://schemas.openxmlformats.org/drawingml/2006/main">
            <a:off x="571500" y="56769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6281C"/>
                </a:solidFill>
                <a:latin typeface="Arial"/>
                <a:ea typeface="Arial"/>
                <a:cs typeface="Arial"/>
              </a:defRPr>
            </a:pPr>
            <a:r>
              <a:rPr sz="975" b="1">
                <a:solidFill>
                  <a:srgbClr val="C6281C"/>
                </a:solidFill>
                <a:latin typeface="Arial"/>
                <a:ea typeface="Arial"/>
                <a:cs typeface="Arial"/>
              </a:rPr>
              <a:t>Aksi</a:t>
            </a:r>
          </a:p>
        </p:txBody>
      </p:sp>
      <p:sp>
        <p:nvSpPr>
          <p:cNvPr id="23" name="">
            <a:extLst xmlns:a="http://schemas.openxmlformats.org/drawingml/2006/main">
              <a:ext uri="{FF2B5EF4-FFF2-40B4-BE49-F238E27FC236}">
                <a16:creationId xmlns:a16="http://schemas.microsoft.com/office/drawing/2014/main" id="{CDD8E5E2-D3B8-43D1-91B0-879C65A307CE}"/>
              </a:ext>
            </a:extLst>
          </p:cNvPr>
          <p:cNvSpPr>
            <a:spLocks xmlns:a="http://schemas.openxmlformats.org/drawingml/2006/main" noGrp="1"/>
          </p:cNvSpPr>
          <p:nvPr/>
        </p:nvSpPr>
        <p:spPr>
          <a:xfrm xmlns:a="http://schemas.openxmlformats.org/drawingml/2006/main">
            <a:off x="1619250" y="56769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0B0B0B"/>
                </a:solidFill>
                <a:latin typeface="Arial"/>
                <a:ea typeface="Arial"/>
                <a:cs typeface="Arial"/>
              </a:defRPr>
            </a:pPr>
            <a:r>
              <a:rPr sz="1200" b="0">
                <a:solidFill>
                  <a:srgbClr val="0B0B0B"/>
                </a:solidFill>
                <a:latin typeface="Arial"/>
                <a:ea typeface="Arial"/>
                <a:cs typeface="Arial"/>
              </a:rPr>
              <a:t>Satu dorongan konsultasi</a:t>
            </a:r>
          </a:p>
        </p:txBody>
      </p:sp>
      <p:sp>
        <p:nvSpPr>
          <p:cNvPr id="24" name="">
            <a:extLst xmlns:a="http://schemas.openxmlformats.org/drawingml/2006/main">
              <a:ext uri="{FF2B5EF4-FFF2-40B4-BE49-F238E27FC236}">
                <a16:creationId xmlns:a16="http://schemas.microsoft.com/office/drawing/2014/main" id="{EDFD08D0-1C99-488C-B660-22DC17CAF9BC}"/>
              </a:ext>
            </a:extLst>
          </p:cNvPr>
          <p:cNvSpPr>
            <a:spLocks xmlns:a="http://schemas.openxmlformats.org/drawingml/2006/main" noGrp="1"/>
          </p:cNvSpPr>
          <p:nvPr/>
        </p:nvSpPr>
        <p:spPr>
          <a:xfrm xmlns:a="http://schemas.openxmlformats.org/drawingml/2006/main">
            <a:off x="6286500" y="5676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B0B0B"/>
                </a:solidFill>
                <a:latin typeface="Arial"/>
                <a:ea typeface="Arial"/>
                <a:cs typeface="Arial"/>
              </a:defRPr>
            </a:pPr>
            <a:r>
              <a:rPr sz="1200" b="1">
                <a:solidFill>
                  <a:srgbClr val="0B0B0B"/>
                </a:solidFill>
                <a:latin typeface="Arial"/>
                <a:ea typeface="Arial"/>
                <a:cs typeface="Arial"/>
              </a:rPr>
              <a:t>Konsultasi + eksplor program</a:t>
            </a:r>
          </a:p>
        </p:txBody>
      </p:sp>
    </p:spTree>
    <p:extLst>
      <p:ext uri="{BB962C8B-B14F-4D97-AF65-F5344CB8AC3E}">
        <p14:creationId xmlns:p14="http://schemas.microsoft.com/office/powerpoint/2010/main" val="1583731302"/>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265A46F-6419-4264-AA66-7FA33EFF06D3}"/>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C54E28C4-A8E0-4187-9E15-F328B15155A1}"/>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WEBSITE REVAMP</a:t>
            </a:r>
          </a:p>
        </p:txBody>
      </p:sp>
      <p:sp>
        <p:nvSpPr>
          <p:cNvPr id="3" name="">
            <a:extLst xmlns:a="http://schemas.openxmlformats.org/drawingml/2006/main">
              <a:ext uri="{FF2B5EF4-FFF2-40B4-BE49-F238E27FC236}">
                <a16:creationId xmlns:a16="http://schemas.microsoft.com/office/drawing/2014/main" id="{4250AD1A-8967-4EF4-8977-EF27808CE33B}"/>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B0B0B"/>
                </a:solidFill>
                <a:latin typeface="Arial"/>
                <a:ea typeface="Arial"/>
                <a:cs typeface="Arial"/>
              </a:defRPr>
            </a:pPr>
            <a:r>
              <a:rPr sz="2850" b="1">
                <a:solidFill>
                  <a:srgbClr val="0B0B0B"/>
                </a:solidFill>
                <a:latin typeface="Arial"/>
                <a:ea typeface="Arial"/>
                <a:cs typeface="Arial"/>
              </a:rPr>
              <a:t>Empat perubahan yang paling berdampak</a:t>
            </a:r>
          </a:p>
        </p:txBody>
      </p:sp>
      <p:sp>
        <p:nvSpPr>
          <p:cNvPr id="4" name="">
            <a:extLst xmlns:a="http://schemas.openxmlformats.org/drawingml/2006/main">
              <a:ext uri="{FF2B5EF4-FFF2-40B4-BE49-F238E27FC236}">
                <a16:creationId xmlns:a16="http://schemas.microsoft.com/office/drawing/2014/main" id="{29AED3C0-C1CF-4089-BBB6-A8B9B627DF68}"/>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AEEAF0F7-3388-48CF-BEBE-58A8FC01232C}"/>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428B7DB0-2A2D-4911-8B79-1881D096D9E7}"/>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5F5E5A"/>
                </a:solidFill>
                <a:latin typeface="Arial"/>
                <a:ea typeface="Arial"/>
                <a:cs typeface="Arial"/>
              </a:defRPr>
            </a:pPr>
            <a:r>
              <a:rPr sz="750" b="1">
                <a:solidFill>
                  <a:srgbClr val="5F5E5A"/>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E59447E1-AA6E-4135-B409-175CA81D68AF}"/>
              </a:ext>
            </a:extLst>
          </p:cNvPr>
          <p:cNvSpPr>
            <a:spLocks xmlns:a="http://schemas.openxmlformats.org/drawingml/2006/main" noGrp="1"/>
          </p:cNvSpPr>
          <p:nvPr/>
        </p:nvSpPr>
        <p:spPr>
          <a:xfrm xmlns:a="http://schemas.openxmlformats.org/drawingml/2006/main" rot="0">
            <a:off x="571500" y="1257300"/>
            <a:ext cx="5334000" cy="2095500"/>
          </a:xfrm>
          <a:prstGeom xmlns:a="http://schemas.openxmlformats.org/drawingml/2006/main" prst="roundRect">
            <a:avLst>
              <a:gd name="adj" fmla="val 4545"/>
            </a:avLst>
          </a:prstGeom>
          <a:solidFill xmlns:a="http://schemas.openxmlformats.org/drawingml/2006/main">
            <a:srgbClr val="F5DED9"/>
          </a:solidFill>
          <a:ln xmlns:a="http://schemas.openxmlformats.org/drawingml/2006/main" w="0">
            <a:solidFill>
              <a:srgbClr val="F5DED9"/>
            </a:solidFill>
            <a:prstDash val="solid"/>
          </a:ln>
        </p:spPr>
      </p:sp>
      <p:sp>
        <p:nvSpPr>
          <p:cNvPr id="8" name="">
            <a:extLst xmlns:a="http://schemas.openxmlformats.org/drawingml/2006/main">
              <a:ext uri="{FF2B5EF4-FFF2-40B4-BE49-F238E27FC236}">
                <a16:creationId xmlns:a16="http://schemas.microsoft.com/office/drawing/2014/main" id="{F2EF2365-D908-4EF3-B020-96BF2FB75DF8}"/>
              </a:ext>
            </a:extLst>
          </p:cNvPr>
          <p:cNvSpPr>
            <a:spLocks xmlns:a="http://schemas.openxmlformats.org/drawingml/2006/main" noGrp="1"/>
          </p:cNvSpPr>
          <p:nvPr/>
        </p:nvSpPr>
        <p:spPr>
          <a:xfrm xmlns:a="http://schemas.openxmlformats.org/drawingml/2006/main">
            <a:off x="800100" y="1466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6281C"/>
                </a:solidFill>
                <a:latin typeface="Arial"/>
                <a:ea typeface="Arial"/>
                <a:cs typeface="Arial"/>
              </a:defRPr>
            </a:pPr>
            <a:r>
              <a:rPr sz="975" b="1">
                <a:solidFill>
                  <a:srgbClr val="C6281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049278B-7B90-414D-A439-B88F642772E2}"/>
              </a:ext>
            </a:extLst>
          </p:cNvPr>
          <p:cNvSpPr>
            <a:spLocks xmlns:a="http://schemas.openxmlformats.org/drawingml/2006/main" noGrp="1"/>
          </p:cNvSpPr>
          <p:nvPr/>
        </p:nvSpPr>
        <p:spPr>
          <a:xfrm xmlns:a="http://schemas.openxmlformats.org/drawingml/2006/main">
            <a:off x="135255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B0B0B"/>
                </a:solidFill>
                <a:latin typeface="Arial"/>
                <a:ea typeface="Arial"/>
                <a:cs typeface="Arial"/>
              </a:defRPr>
            </a:pPr>
            <a:r>
              <a:rPr sz="1650" b="1">
                <a:solidFill>
                  <a:srgbClr val="0B0B0B"/>
                </a:solidFill>
                <a:latin typeface="Arial"/>
                <a:ea typeface="Arial"/>
                <a:cs typeface="Arial"/>
              </a:rPr>
              <a:t>Hierarki konten</a:t>
            </a:r>
          </a:p>
        </p:txBody>
      </p:sp>
      <p:sp>
        <p:nvSpPr>
          <p:cNvPr id="10" name="">
            <a:extLst xmlns:a="http://schemas.openxmlformats.org/drawingml/2006/main">
              <a:ext uri="{FF2B5EF4-FFF2-40B4-BE49-F238E27FC236}">
                <a16:creationId xmlns:a16="http://schemas.microsoft.com/office/drawing/2014/main" id="{272FDDB7-5385-4B4D-8FE2-FFEB912C0DE7}"/>
              </a:ext>
            </a:extLst>
          </p:cNvPr>
          <p:cNvSpPr>
            <a:spLocks xmlns:a="http://schemas.openxmlformats.org/drawingml/2006/main" noGrp="1"/>
          </p:cNvSpPr>
          <p:nvPr/>
        </p:nvSpPr>
        <p:spPr>
          <a:xfrm xmlns:a="http://schemas.openxmlformats.org/drawingml/2006/main">
            <a:off x="800100" y="19431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C6281C"/>
                </a:solidFill>
                <a:latin typeface="Arial"/>
                <a:ea typeface="Arial"/>
                <a:cs typeface="Arial"/>
              </a:defRPr>
            </a:pPr>
            <a:r>
              <a:rPr sz="750" b="1">
                <a:solidFill>
                  <a:srgbClr val="C6281C"/>
                </a:solidFill>
                <a:latin typeface="Arial"/>
                <a:ea typeface="Arial"/>
                <a:cs typeface="Arial"/>
              </a:rPr>
              <a:t>YANG BERUBAH</a:t>
            </a:r>
          </a:p>
        </p:txBody>
      </p:sp>
      <p:sp>
        <p:nvSpPr>
          <p:cNvPr id="11" name="">
            <a:extLst xmlns:a="http://schemas.openxmlformats.org/drawingml/2006/main">
              <a:ext uri="{FF2B5EF4-FFF2-40B4-BE49-F238E27FC236}">
                <a16:creationId xmlns:a16="http://schemas.microsoft.com/office/drawing/2014/main" id="{547EE38C-BF13-4DF9-99D2-8555E16B741C}"/>
              </a:ext>
            </a:extLst>
          </p:cNvPr>
          <p:cNvSpPr>
            <a:spLocks xmlns:a="http://schemas.openxmlformats.org/drawingml/2006/main" noGrp="1"/>
          </p:cNvSpPr>
          <p:nvPr/>
        </p:nvSpPr>
        <p:spPr>
          <a:xfrm xmlns:a="http://schemas.openxmlformats.org/drawingml/2006/main">
            <a:off x="800100" y="21526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B0B0B"/>
                </a:solidFill>
                <a:latin typeface="Arial"/>
                <a:ea typeface="Arial"/>
                <a:cs typeface="Arial"/>
              </a:defRPr>
            </a:pPr>
            <a:r>
              <a:rPr sz="1125" b="1">
                <a:solidFill>
                  <a:srgbClr val="0B0B0B"/>
                </a:solidFill>
                <a:latin typeface="Arial"/>
                <a:ea typeface="Arial"/>
                <a:cs typeface="Arial"/>
              </a:rPr>
              <a:t>Hero → fakta bengkel → problem → metode → outcome → program.</a:t>
            </a:r>
          </a:p>
        </p:txBody>
      </p:sp>
      <p:sp>
        <p:nvSpPr>
          <p:cNvPr id="12" name="">
            <a:extLst xmlns:a="http://schemas.openxmlformats.org/drawingml/2006/main">
              <a:ext uri="{FF2B5EF4-FFF2-40B4-BE49-F238E27FC236}">
                <a16:creationId xmlns:a16="http://schemas.microsoft.com/office/drawing/2014/main" id="{08B87FBE-2605-49EB-90B6-4FC497B5A0D2}"/>
              </a:ext>
            </a:extLst>
          </p:cNvPr>
          <p:cNvSpPr>
            <a:spLocks xmlns:a="http://schemas.openxmlformats.org/drawingml/2006/main" noGrp="1"/>
          </p:cNvSpPr>
          <p:nvPr/>
        </p:nvSpPr>
        <p:spPr>
          <a:xfrm xmlns:a="http://schemas.openxmlformats.org/drawingml/2006/main" rot="0">
            <a:off x="800100" y="2667000"/>
            <a:ext cx="4857750" cy="1905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13" name="">
            <a:extLst xmlns:a="http://schemas.openxmlformats.org/drawingml/2006/main">
              <a:ext uri="{FF2B5EF4-FFF2-40B4-BE49-F238E27FC236}">
                <a16:creationId xmlns:a16="http://schemas.microsoft.com/office/drawing/2014/main" id="{251F18ED-0E2B-46E1-ABF2-52BA505466AD}"/>
              </a:ext>
            </a:extLst>
          </p:cNvPr>
          <p:cNvSpPr>
            <a:spLocks xmlns:a="http://schemas.openxmlformats.org/drawingml/2006/main" noGrp="1"/>
          </p:cNvSpPr>
          <p:nvPr/>
        </p:nvSpPr>
        <p:spPr>
          <a:xfrm xmlns:a="http://schemas.openxmlformats.org/drawingml/2006/main">
            <a:off x="800100" y="28003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C6281C"/>
                </a:solidFill>
                <a:latin typeface="Arial"/>
                <a:ea typeface="Arial"/>
                <a:cs typeface="Arial"/>
              </a:defRPr>
            </a:pPr>
            <a:r>
              <a:rPr sz="750" b="1">
                <a:solidFill>
                  <a:srgbClr val="C6281C"/>
                </a:solidFill>
                <a:latin typeface="Arial"/>
                <a:ea typeface="Arial"/>
                <a:cs typeface="Arial"/>
              </a:rPr>
              <a:t>KENAPA</a:t>
            </a:r>
          </a:p>
        </p:txBody>
      </p:sp>
      <p:sp>
        <p:nvSpPr>
          <p:cNvPr id="14" name="">
            <a:extLst xmlns:a="http://schemas.openxmlformats.org/drawingml/2006/main">
              <a:ext uri="{FF2B5EF4-FFF2-40B4-BE49-F238E27FC236}">
                <a16:creationId xmlns:a16="http://schemas.microsoft.com/office/drawing/2014/main" id="{9C853998-64A5-48AC-9566-1368E7E6C46F}"/>
              </a:ext>
            </a:extLst>
          </p:cNvPr>
          <p:cNvSpPr>
            <a:spLocks xmlns:a="http://schemas.openxmlformats.org/drawingml/2006/main" noGrp="1"/>
          </p:cNvSpPr>
          <p:nvPr/>
        </p:nvSpPr>
        <p:spPr>
          <a:xfrm xmlns:a="http://schemas.openxmlformats.org/drawingml/2006/main">
            <a:off x="1504950" y="27622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F5E5A"/>
                </a:solidFill>
                <a:latin typeface="Arial"/>
                <a:ea typeface="Arial"/>
                <a:cs typeface="Arial"/>
              </a:defRPr>
            </a:pPr>
            <a:r>
              <a:rPr sz="1050" b="0">
                <a:solidFill>
                  <a:srgbClr val="5F5E5A"/>
                </a:solidFill>
                <a:latin typeface="Arial"/>
                <a:ea typeface="Arial"/>
                <a:cs typeface="Arial"/>
              </a:rPr>
              <a:t>Pengunjung mendapat alasan percaya sebelum bertemu harga dan CTA.</a:t>
            </a:r>
          </a:p>
        </p:txBody>
      </p:sp>
      <p:sp>
        <p:nvSpPr>
          <p:cNvPr id="15" name="">
            <a:extLst xmlns:a="http://schemas.openxmlformats.org/drawingml/2006/main">
              <a:ext uri="{FF2B5EF4-FFF2-40B4-BE49-F238E27FC236}">
                <a16:creationId xmlns:a16="http://schemas.microsoft.com/office/drawing/2014/main" id="{4EDD1B50-6833-480D-9BC5-90110331246B}"/>
              </a:ext>
            </a:extLst>
          </p:cNvPr>
          <p:cNvSpPr>
            <a:spLocks xmlns:a="http://schemas.openxmlformats.org/drawingml/2006/main" noGrp="1"/>
          </p:cNvSpPr>
          <p:nvPr/>
        </p:nvSpPr>
        <p:spPr>
          <a:xfrm xmlns:a="http://schemas.openxmlformats.org/drawingml/2006/main" rot="0">
            <a:off x="6229350" y="1257300"/>
            <a:ext cx="5334000" cy="2095500"/>
          </a:xfrm>
          <a:prstGeom xmlns:a="http://schemas.openxmlformats.org/drawingml/2006/main" prst="roundRect">
            <a:avLst>
              <a:gd name="adj" fmla="val 4545"/>
            </a:avLst>
          </a:prstGeom>
          <a:solidFill xmlns:a="http://schemas.openxmlformats.org/drawingml/2006/main">
            <a:srgbClr val="E8F1EA"/>
          </a:solidFill>
          <a:ln xmlns:a="http://schemas.openxmlformats.org/drawingml/2006/main" w="0">
            <a:solidFill>
              <a:srgbClr val="E8F1EA"/>
            </a:solidFill>
            <a:prstDash val="solid"/>
          </a:ln>
        </p:spPr>
      </p:sp>
      <p:sp>
        <p:nvSpPr>
          <p:cNvPr id="16" name="">
            <a:extLst xmlns:a="http://schemas.openxmlformats.org/drawingml/2006/main">
              <a:ext uri="{FF2B5EF4-FFF2-40B4-BE49-F238E27FC236}">
                <a16:creationId xmlns:a16="http://schemas.microsoft.com/office/drawing/2014/main" id="{C3DF2918-B902-4ADE-BCFC-5E693DB75998}"/>
              </a:ext>
            </a:extLst>
          </p:cNvPr>
          <p:cNvSpPr>
            <a:spLocks xmlns:a="http://schemas.openxmlformats.org/drawingml/2006/main" noGrp="1"/>
          </p:cNvSpPr>
          <p:nvPr/>
        </p:nvSpPr>
        <p:spPr>
          <a:xfrm xmlns:a="http://schemas.openxmlformats.org/drawingml/2006/main">
            <a:off x="6457950" y="14668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37A57"/>
                </a:solidFill>
                <a:latin typeface="Arial"/>
                <a:ea typeface="Arial"/>
                <a:cs typeface="Arial"/>
              </a:defRPr>
            </a:pPr>
            <a:r>
              <a:rPr sz="975" b="1">
                <a:solidFill>
                  <a:srgbClr val="237A57"/>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9128160F-FD15-4C65-89A3-1AE901E5F316}"/>
              </a:ext>
            </a:extLst>
          </p:cNvPr>
          <p:cNvSpPr>
            <a:spLocks xmlns:a="http://schemas.openxmlformats.org/drawingml/2006/main" noGrp="1"/>
          </p:cNvSpPr>
          <p:nvPr/>
        </p:nvSpPr>
        <p:spPr>
          <a:xfrm xmlns:a="http://schemas.openxmlformats.org/drawingml/2006/main">
            <a:off x="701040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B0B0B"/>
                </a:solidFill>
                <a:latin typeface="Arial"/>
                <a:ea typeface="Arial"/>
                <a:cs typeface="Arial"/>
              </a:defRPr>
            </a:pPr>
            <a:r>
              <a:rPr sz="1650" b="1">
                <a:solidFill>
                  <a:srgbClr val="0B0B0B"/>
                </a:solidFill>
                <a:latin typeface="Arial"/>
                <a:ea typeface="Arial"/>
                <a:cs typeface="Arial"/>
              </a:rPr>
              <a:t>UX &amp; CTA</a:t>
            </a:r>
          </a:p>
        </p:txBody>
      </p:sp>
      <p:sp>
        <p:nvSpPr>
          <p:cNvPr id="18" name="">
            <a:extLst xmlns:a="http://schemas.openxmlformats.org/drawingml/2006/main">
              <a:ext uri="{FF2B5EF4-FFF2-40B4-BE49-F238E27FC236}">
                <a16:creationId xmlns:a16="http://schemas.microsoft.com/office/drawing/2014/main" id="{F96A9DB8-75EF-4AD4-A7F4-964BBAD77008}"/>
              </a:ext>
            </a:extLst>
          </p:cNvPr>
          <p:cNvSpPr>
            <a:spLocks xmlns:a="http://schemas.openxmlformats.org/drawingml/2006/main" noGrp="1"/>
          </p:cNvSpPr>
          <p:nvPr/>
        </p:nvSpPr>
        <p:spPr>
          <a:xfrm xmlns:a="http://schemas.openxmlformats.org/drawingml/2006/main">
            <a:off x="6457950" y="19431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237A57"/>
                </a:solidFill>
                <a:latin typeface="Arial"/>
                <a:ea typeface="Arial"/>
                <a:cs typeface="Arial"/>
              </a:defRPr>
            </a:pPr>
            <a:r>
              <a:rPr sz="750" b="1">
                <a:solidFill>
                  <a:srgbClr val="237A57"/>
                </a:solidFill>
                <a:latin typeface="Arial"/>
                <a:ea typeface="Arial"/>
                <a:cs typeface="Arial"/>
              </a:rPr>
              <a:t>YANG BERUBAH</a:t>
            </a:r>
          </a:p>
        </p:txBody>
      </p:sp>
      <p:sp>
        <p:nvSpPr>
          <p:cNvPr id="19" name="">
            <a:extLst xmlns:a="http://schemas.openxmlformats.org/drawingml/2006/main">
              <a:ext uri="{FF2B5EF4-FFF2-40B4-BE49-F238E27FC236}">
                <a16:creationId xmlns:a16="http://schemas.microsoft.com/office/drawing/2014/main" id="{08B1A718-91D6-4DB5-BDB1-6DD40957B942}"/>
              </a:ext>
            </a:extLst>
          </p:cNvPr>
          <p:cNvSpPr>
            <a:spLocks xmlns:a="http://schemas.openxmlformats.org/drawingml/2006/main" noGrp="1"/>
          </p:cNvSpPr>
          <p:nvPr/>
        </p:nvSpPr>
        <p:spPr>
          <a:xfrm xmlns:a="http://schemas.openxmlformats.org/drawingml/2006/main">
            <a:off x="6457950" y="21526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B0B0B"/>
                </a:solidFill>
                <a:latin typeface="Arial"/>
                <a:ea typeface="Arial"/>
                <a:cs typeface="Arial"/>
              </a:defRPr>
            </a:pPr>
            <a:r>
              <a:rPr sz="1125" b="1">
                <a:solidFill>
                  <a:srgbClr val="0B0B0B"/>
                </a:solidFill>
                <a:latin typeface="Arial"/>
                <a:ea typeface="Arial"/>
                <a:cs typeface="Arial"/>
              </a:rPr>
              <a:t>Navigasi ringkas, dua CTA hero, CTA program membawa konteks.</a:t>
            </a:r>
          </a:p>
        </p:txBody>
      </p:sp>
      <p:sp>
        <p:nvSpPr>
          <p:cNvPr id="20" name="">
            <a:extLst xmlns:a="http://schemas.openxmlformats.org/drawingml/2006/main">
              <a:ext uri="{FF2B5EF4-FFF2-40B4-BE49-F238E27FC236}">
                <a16:creationId xmlns:a16="http://schemas.microsoft.com/office/drawing/2014/main" id="{57DE87BE-E0F5-4770-9876-A341B4AC7313}"/>
              </a:ext>
            </a:extLst>
          </p:cNvPr>
          <p:cNvSpPr>
            <a:spLocks xmlns:a="http://schemas.openxmlformats.org/drawingml/2006/main" noGrp="1"/>
          </p:cNvSpPr>
          <p:nvPr/>
        </p:nvSpPr>
        <p:spPr>
          <a:xfrm xmlns:a="http://schemas.openxmlformats.org/drawingml/2006/main" rot="0">
            <a:off x="6457950" y="2667000"/>
            <a:ext cx="4857750" cy="19050"/>
          </a:xfrm>
          <a:prstGeom xmlns:a="http://schemas.openxmlformats.org/drawingml/2006/main" prst="rect">
            <a:avLst/>
          </a:prstGeom>
          <a:solidFill xmlns:a="http://schemas.openxmlformats.org/drawingml/2006/main">
            <a:srgbClr val="237A57"/>
          </a:solidFill>
          <a:ln xmlns:a="http://schemas.openxmlformats.org/drawingml/2006/main" w="0">
            <a:solidFill>
              <a:srgbClr val="237A57"/>
            </a:solidFill>
            <a:prstDash val="solid"/>
          </a:ln>
        </p:spPr>
      </p:sp>
      <p:sp>
        <p:nvSpPr>
          <p:cNvPr id="21" name="">
            <a:extLst xmlns:a="http://schemas.openxmlformats.org/drawingml/2006/main">
              <a:ext uri="{FF2B5EF4-FFF2-40B4-BE49-F238E27FC236}">
                <a16:creationId xmlns:a16="http://schemas.microsoft.com/office/drawing/2014/main" id="{15A69FD5-5644-454F-9D99-2A29C4345BC8}"/>
              </a:ext>
            </a:extLst>
          </p:cNvPr>
          <p:cNvSpPr>
            <a:spLocks xmlns:a="http://schemas.openxmlformats.org/drawingml/2006/main" noGrp="1"/>
          </p:cNvSpPr>
          <p:nvPr/>
        </p:nvSpPr>
        <p:spPr>
          <a:xfrm xmlns:a="http://schemas.openxmlformats.org/drawingml/2006/main">
            <a:off x="6457950" y="28003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237A57"/>
                </a:solidFill>
                <a:latin typeface="Arial"/>
                <a:ea typeface="Arial"/>
                <a:cs typeface="Arial"/>
              </a:defRPr>
            </a:pPr>
            <a:r>
              <a:rPr sz="750" b="1">
                <a:solidFill>
                  <a:srgbClr val="237A57"/>
                </a:solidFill>
                <a:latin typeface="Arial"/>
                <a:ea typeface="Arial"/>
                <a:cs typeface="Arial"/>
              </a:rPr>
              <a:t>KENAPA</a:t>
            </a:r>
          </a:p>
        </p:txBody>
      </p:sp>
      <p:sp>
        <p:nvSpPr>
          <p:cNvPr id="22" name="">
            <a:extLst xmlns:a="http://schemas.openxmlformats.org/drawingml/2006/main">
              <a:ext uri="{FF2B5EF4-FFF2-40B4-BE49-F238E27FC236}">
                <a16:creationId xmlns:a16="http://schemas.microsoft.com/office/drawing/2014/main" id="{A1CDF3AC-0FB8-4B02-BE54-6BABD20A6993}"/>
              </a:ext>
            </a:extLst>
          </p:cNvPr>
          <p:cNvSpPr>
            <a:spLocks xmlns:a="http://schemas.openxmlformats.org/drawingml/2006/main" noGrp="1"/>
          </p:cNvSpPr>
          <p:nvPr/>
        </p:nvSpPr>
        <p:spPr>
          <a:xfrm xmlns:a="http://schemas.openxmlformats.org/drawingml/2006/main">
            <a:off x="7162800" y="27622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F5E5A"/>
                </a:solidFill>
                <a:latin typeface="Arial"/>
                <a:ea typeface="Arial"/>
                <a:cs typeface="Arial"/>
              </a:defRPr>
            </a:pPr>
            <a:r>
              <a:rPr sz="1050" b="0">
                <a:solidFill>
                  <a:srgbClr val="5F5E5A"/>
                </a:solidFill>
                <a:latin typeface="Arial"/>
                <a:ea typeface="Arial"/>
                <a:cs typeface="Arial"/>
              </a:rPr>
              <a:t>Orang bisa mengeksplorasi tanpa kehilangan jalur konsultasi.</a:t>
            </a:r>
          </a:p>
        </p:txBody>
      </p:sp>
      <p:sp>
        <p:nvSpPr>
          <p:cNvPr id="23" name="">
            <a:extLst xmlns:a="http://schemas.openxmlformats.org/drawingml/2006/main">
              <a:ext uri="{FF2B5EF4-FFF2-40B4-BE49-F238E27FC236}">
                <a16:creationId xmlns:a16="http://schemas.microsoft.com/office/drawing/2014/main" id="{58FD7C88-0C5B-41CF-8265-108BDADD95AF}"/>
              </a:ext>
            </a:extLst>
          </p:cNvPr>
          <p:cNvSpPr>
            <a:spLocks xmlns:a="http://schemas.openxmlformats.org/drawingml/2006/main" noGrp="1"/>
          </p:cNvSpPr>
          <p:nvPr/>
        </p:nvSpPr>
        <p:spPr>
          <a:xfrm xmlns:a="http://schemas.openxmlformats.org/drawingml/2006/main" rot="0">
            <a:off x="571500" y="3657600"/>
            <a:ext cx="5334000" cy="2095500"/>
          </a:xfrm>
          <a:prstGeom xmlns:a="http://schemas.openxmlformats.org/drawingml/2006/main" prst="roundRect">
            <a:avLst>
              <a:gd name="adj" fmla="val 4545"/>
            </a:avLst>
          </a:prstGeom>
          <a:solidFill xmlns:a="http://schemas.openxmlformats.org/drawingml/2006/main">
            <a:srgbClr val="E8EFF8"/>
          </a:solidFill>
          <a:ln xmlns:a="http://schemas.openxmlformats.org/drawingml/2006/main" w="0">
            <a:solidFill>
              <a:srgbClr val="E8EFF8"/>
            </a:solidFill>
            <a:prstDash val="solid"/>
          </a:ln>
        </p:spPr>
      </p:sp>
      <p:sp>
        <p:nvSpPr>
          <p:cNvPr id="24" name="">
            <a:extLst xmlns:a="http://schemas.openxmlformats.org/drawingml/2006/main">
              <a:ext uri="{FF2B5EF4-FFF2-40B4-BE49-F238E27FC236}">
                <a16:creationId xmlns:a16="http://schemas.microsoft.com/office/drawing/2014/main" id="{AF5E9C2D-A19D-4097-B23E-5C8ECB9B1128}"/>
              </a:ext>
            </a:extLst>
          </p:cNvPr>
          <p:cNvSpPr>
            <a:spLocks xmlns:a="http://schemas.openxmlformats.org/drawingml/2006/main" noGrp="1"/>
          </p:cNvSpPr>
          <p:nvPr/>
        </p:nvSpPr>
        <p:spPr>
          <a:xfrm xmlns:a="http://schemas.openxmlformats.org/drawingml/2006/main">
            <a:off x="800100" y="38671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0C831546-DEE6-4A5A-8E2A-4B130F144C39}"/>
              </a:ext>
            </a:extLst>
          </p:cNvPr>
          <p:cNvSpPr>
            <a:spLocks xmlns:a="http://schemas.openxmlformats.org/drawingml/2006/main" noGrp="1"/>
          </p:cNvSpPr>
          <p:nvPr/>
        </p:nvSpPr>
        <p:spPr>
          <a:xfrm xmlns:a="http://schemas.openxmlformats.org/drawingml/2006/main">
            <a:off x="1352550" y="3829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B0B0B"/>
                </a:solidFill>
                <a:latin typeface="Arial"/>
                <a:ea typeface="Arial"/>
                <a:cs typeface="Arial"/>
              </a:defRPr>
            </a:pPr>
            <a:r>
              <a:rPr sz="1650" b="1">
                <a:solidFill>
                  <a:srgbClr val="0B0B0B"/>
                </a:solidFill>
                <a:latin typeface="Arial"/>
                <a:ea typeface="Arial"/>
                <a:cs typeface="Arial"/>
              </a:rPr>
              <a:t>Performance &amp; akses</a:t>
            </a:r>
          </a:p>
        </p:txBody>
      </p:sp>
      <p:sp>
        <p:nvSpPr>
          <p:cNvPr id="26" name="">
            <a:extLst xmlns:a="http://schemas.openxmlformats.org/drawingml/2006/main">
              <a:ext uri="{FF2B5EF4-FFF2-40B4-BE49-F238E27FC236}">
                <a16:creationId xmlns:a16="http://schemas.microsoft.com/office/drawing/2014/main" id="{E931C579-B81F-4A1A-86CA-C1BDE9A0BAE1}"/>
              </a:ext>
            </a:extLst>
          </p:cNvPr>
          <p:cNvSpPr>
            <a:spLocks xmlns:a="http://schemas.openxmlformats.org/drawingml/2006/main" noGrp="1"/>
          </p:cNvSpPr>
          <p:nvPr/>
        </p:nvSpPr>
        <p:spPr>
          <a:xfrm xmlns:a="http://schemas.openxmlformats.org/drawingml/2006/main">
            <a:off x="800100" y="43434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3D8DFF"/>
                </a:solidFill>
                <a:latin typeface="Arial"/>
                <a:ea typeface="Arial"/>
                <a:cs typeface="Arial"/>
              </a:defRPr>
            </a:pPr>
            <a:r>
              <a:rPr sz="750" b="1">
                <a:solidFill>
                  <a:srgbClr val="3D8DFF"/>
                </a:solidFill>
                <a:latin typeface="Arial"/>
                <a:ea typeface="Arial"/>
                <a:cs typeface="Arial"/>
              </a:rPr>
              <a:t>YANG BERUBAH</a:t>
            </a:r>
          </a:p>
        </p:txBody>
      </p:sp>
      <p:sp>
        <p:nvSpPr>
          <p:cNvPr id="27" name="">
            <a:extLst xmlns:a="http://schemas.openxmlformats.org/drawingml/2006/main">
              <a:ext uri="{FF2B5EF4-FFF2-40B4-BE49-F238E27FC236}">
                <a16:creationId xmlns:a16="http://schemas.microsoft.com/office/drawing/2014/main" id="{0700C987-9770-4E9E-814D-EFCCC7AFA9DE}"/>
              </a:ext>
            </a:extLst>
          </p:cNvPr>
          <p:cNvSpPr>
            <a:spLocks xmlns:a="http://schemas.openxmlformats.org/drawingml/2006/main" noGrp="1"/>
          </p:cNvSpPr>
          <p:nvPr/>
        </p:nvSpPr>
        <p:spPr>
          <a:xfrm xmlns:a="http://schemas.openxmlformats.org/drawingml/2006/main">
            <a:off x="800100" y="45529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B0B0B"/>
                </a:solidFill>
                <a:latin typeface="Arial"/>
                <a:ea typeface="Arial"/>
                <a:cs typeface="Arial"/>
              </a:defRPr>
            </a:pPr>
            <a:r>
              <a:rPr sz="1125" b="1">
                <a:solidFill>
                  <a:srgbClr val="0B0B0B"/>
                </a:solidFill>
                <a:latin typeface="Arial"/>
                <a:ea typeface="Arial"/>
                <a:cs typeface="Arial"/>
              </a:rPr>
              <a:t>Aset diringankan; interaksi, focus state, touch target, dan mobile dijaga.</a:t>
            </a:r>
          </a:p>
        </p:txBody>
      </p:sp>
      <p:sp>
        <p:nvSpPr>
          <p:cNvPr id="28" name="">
            <a:extLst xmlns:a="http://schemas.openxmlformats.org/drawingml/2006/main">
              <a:ext uri="{FF2B5EF4-FFF2-40B4-BE49-F238E27FC236}">
                <a16:creationId xmlns:a16="http://schemas.microsoft.com/office/drawing/2014/main" id="{047BFE36-EDD8-4D69-9A20-12354958F483}"/>
              </a:ext>
            </a:extLst>
          </p:cNvPr>
          <p:cNvSpPr>
            <a:spLocks xmlns:a="http://schemas.openxmlformats.org/drawingml/2006/main" noGrp="1"/>
          </p:cNvSpPr>
          <p:nvPr/>
        </p:nvSpPr>
        <p:spPr>
          <a:xfrm xmlns:a="http://schemas.openxmlformats.org/drawingml/2006/main" rot="0">
            <a:off x="800100" y="5067300"/>
            <a:ext cx="485775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9" name="">
            <a:extLst xmlns:a="http://schemas.openxmlformats.org/drawingml/2006/main">
              <a:ext uri="{FF2B5EF4-FFF2-40B4-BE49-F238E27FC236}">
                <a16:creationId xmlns:a16="http://schemas.microsoft.com/office/drawing/2014/main" id="{32A287EF-1626-43C7-AD53-1A76601EBEAF}"/>
              </a:ext>
            </a:extLst>
          </p:cNvPr>
          <p:cNvSpPr>
            <a:spLocks xmlns:a="http://schemas.openxmlformats.org/drawingml/2006/main" noGrp="1"/>
          </p:cNvSpPr>
          <p:nvPr/>
        </p:nvSpPr>
        <p:spPr>
          <a:xfrm xmlns:a="http://schemas.openxmlformats.org/drawingml/2006/main">
            <a:off x="800100" y="52006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3D8DFF"/>
                </a:solidFill>
                <a:latin typeface="Arial"/>
                <a:ea typeface="Arial"/>
                <a:cs typeface="Arial"/>
              </a:defRPr>
            </a:pPr>
            <a:r>
              <a:rPr sz="750" b="1">
                <a:solidFill>
                  <a:srgbClr val="3D8DFF"/>
                </a:solidFill>
                <a:latin typeface="Arial"/>
                <a:ea typeface="Arial"/>
                <a:cs typeface="Arial"/>
              </a:rPr>
              <a:t>KENAPA</a:t>
            </a:r>
          </a:p>
        </p:txBody>
      </p:sp>
      <p:sp>
        <p:nvSpPr>
          <p:cNvPr id="30" name="">
            <a:extLst xmlns:a="http://schemas.openxmlformats.org/drawingml/2006/main">
              <a:ext uri="{FF2B5EF4-FFF2-40B4-BE49-F238E27FC236}">
                <a16:creationId xmlns:a16="http://schemas.microsoft.com/office/drawing/2014/main" id="{698C63FA-29E4-4C18-A1E5-49899284AB58}"/>
              </a:ext>
            </a:extLst>
          </p:cNvPr>
          <p:cNvSpPr>
            <a:spLocks xmlns:a="http://schemas.openxmlformats.org/drawingml/2006/main" noGrp="1"/>
          </p:cNvSpPr>
          <p:nvPr/>
        </p:nvSpPr>
        <p:spPr>
          <a:xfrm xmlns:a="http://schemas.openxmlformats.org/drawingml/2006/main">
            <a:off x="1504950" y="51625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F5E5A"/>
                </a:solidFill>
                <a:latin typeface="Arial"/>
                <a:ea typeface="Arial"/>
                <a:cs typeface="Arial"/>
              </a:defRPr>
            </a:pPr>
            <a:r>
              <a:rPr sz="1050" b="0">
                <a:solidFill>
                  <a:srgbClr val="5F5E5A"/>
                </a:solidFill>
                <a:latin typeface="Arial"/>
                <a:ea typeface="Arial"/>
                <a:cs typeface="Arial"/>
              </a:rPr>
              <a:t>Mengurangi friksi pada perangkat dan koneksi yang menjadi titik masuk utama.</a:t>
            </a:r>
          </a:p>
        </p:txBody>
      </p:sp>
      <p:sp>
        <p:nvSpPr>
          <p:cNvPr id="31" name="">
            <a:extLst xmlns:a="http://schemas.openxmlformats.org/drawingml/2006/main">
              <a:ext uri="{FF2B5EF4-FFF2-40B4-BE49-F238E27FC236}">
                <a16:creationId xmlns:a16="http://schemas.microsoft.com/office/drawing/2014/main" id="{6509F9AF-E5E2-4429-A29F-DE7522982012}"/>
              </a:ext>
            </a:extLst>
          </p:cNvPr>
          <p:cNvSpPr>
            <a:spLocks xmlns:a="http://schemas.openxmlformats.org/drawingml/2006/main" noGrp="1"/>
          </p:cNvSpPr>
          <p:nvPr/>
        </p:nvSpPr>
        <p:spPr>
          <a:xfrm xmlns:a="http://schemas.openxmlformats.org/drawingml/2006/main" rot="0">
            <a:off x="6229350" y="3657600"/>
            <a:ext cx="5334000" cy="2095500"/>
          </a:xfrm>
          <a:prstGeom xmlns:a="http://schemas.openxmlformats.org/drawingml/2006/main" prst="roundRect">
            <a:avLst>
              <a:gd name="adj" fmla="val 4545"/>
            </a:avLst>
          </a:prstGeom>
          <a:solidFill xmlns:a="http://schemas.openxmlformats.org/drawingml/2006/main">
            <a:srgbClr val="F4EBDC"/>
          </a:solidFill>
          <a:ln xmlns:a="http://schemas.openxmlformats.org/drawingml/2006/main" w="0">
            <a:solidFill>
              <a:srgbClr val="F4EBDC"/>
            </a:solidFill>
            <a:prstDash val="solid"/>
          </a:ln>
        </p:spPr>
      </p:sp>
      <p:sp>
        <p:nvSpPr>
          <p:cNvPr id="32" name="">
            <a:extLst xmlns:a="http://schemas.openxmlformats.org/drawingml/2006/main">
              <a:ext uri="{FF2B5EF4-FFF2-40B4-BE49-F238E27FC236}">
                <a16:creationId xmlns:a16="http://schemas.microsoft.com/office/drawing/2014/main" id="{8463FBBD-03CB-4FA1-ACA6-7956AAB9B7D5}"/>
              </a:ext>
            </a:extLst>
          </p:cNvPr>
          <p:cNvSpPr>
            <a:spLocks xmlns:a="http://schemas.openxmlformats.org/drawingml/2006/main" noGrp="1"/>
          </p:cNvSpPr>
          <p:nvPr/>
        </p:nvSpPr>
        <p:spPr>
          <a:xfrm xmlns:a="http://schemas.openxmlformats.org/drawingml/2006/main">
            <a:off x="6457950" y="38671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B66A16"/>
                </a:solidFill>
                <a:latin typeface="Arial"/>
                <a:ea typeface="Arial"/>
                <a:cs typeface="Arial"/>
              </a:defRPr>
            </a:pPr>
            <a:r>
              <a:rPr sz="975" b="1">
                <a:solidFill>
                  <a:srgbClr val="B66A16"/>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B28EEC59-CB0D-4FA5-8931-C8F861FE2782}"/>
              </a:ext>
            </a:extLst>
          </p:cNvPr>
          <p:cNvSpPr>
            <a:spLocks xmlns:a="http://schemas.openxmlformats.org/drawingml/2006/main" noGrp="1"/>
          </p:cNvSpPr>
          <p:nvPr/>
        </p:nvSpPr>
        <p:spPr>
          <a:xfrm xmlns:a="http://schemas.openxmlformats.org/drawingml/2006/main">
            <a:off x="7010400" y="3829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B0B0B"/>
                </a:solidFill>
                <a:latin typeface="Arial"/>
                <a:ea typeface="Arial"/>
                <a:cs typeface="Arial"/>
              </a:defRPr>
            </a:pPr>
            <a:r>
              <a:rPr sz="1650" b="1">
                <a:solidFill>
                  <a:srgbClr val="0B0B0B"/>
                </a:solidFill>
                <a:latin typeface="Arial"/>
                <a:ea typeface="Arial"/>
                <a:cs typeface="Arial"/>
              </a:rPr>
              <a:t>SEO &amp; measurement</a:t>
            </a:r>
          </a:p>
        </p:txBody>
      </p:sp>
      <p:sp>
        <p:nvSpPr>
          <p:cNvPr id="34" name="">
            <a:extLst xmlns:a="http://schemas.openxmlformats.org/drawingml/2006/main">
              <a:ext uri="{FF2B5EF4-FFF2-40B4-BE49-F238E27FC236}">
                <a16:creationId xmlns:a16="http://schemas.microsoft.com/office/drawing/2014/main" id="{757F3DAD-6365-419C-A8F4-C755DF0ABA13}"/>
              </a:ext>
            </a:extLst>
          </p:cNvPr>
          <p:cNvSpPr>
            <a:spLocks xmlns:a="http://schemas.openxmlformats.org/drawingml/2006/main" noGrp="1"/>
          </p:cNvSpPr>
          <p:nvPr/>
        </p:nvSpPr>
        <p:spPr>
          <a:xfrm xmlns:a="http://schemas.openxmlformats.org/drawingml/2006/main">
            <a:off x="6457950" y="4343400"/>
            <a:ext cx="1238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B66A16"/>
                </a:solidFill>
                <a:latin typeface="Arial"/>
                <a:ea typeface="Arial"/>
                <a:cs typeface="Arial"/>
              </a:defRPr>
            </a:pPr>
            <a:r>
              <a:rPr sz="750" b="1">
                <a:solidFill>
                  <a:srgbClr val="B66A16"/>
                </a:solidFill>
                <a:latin typeface="Arial"/>
                <a:ea typeface="Arial"/>
                <a:cs typeface="Arial"/>
              </a:rPr>
              <a:t>YANG BERUBAH</a:t>
            </a:r>
          </a:p>
        </p:txBody>
      </p:sp>
      <p:sp>
        <p:nvSpPr>
          <p:cNvPr id="35" name="">
            <a:extLst xmlns:a="http://schemas.openxmlformats.org/drawingml/2006/main">
              <a:ext uri="{FF2B5EF4-FFF2-40B4-BE49-F238E27FC236}">
                <a16:creationId xmlns:a16="http://schemas.microsoft.com/office/drawing/2014/main" id="{C87BA2E3-D094-4FF7-B7EA-2ED7535EFD45}"/>
              </a:ext>
            </a:extLst>
          </p:cNvPr>
          <p:cNvSpPr>
            <a:spLocks xmlns:a="http://schemas.openxmlformats.org/drawingml/2006/main" noGrp="1"/>
          </p:cNvSpPr>
          <p:nvPr/>
        </p:nvSpPr>
        <p:spPr>
          <a:xfrm xmlns:a="http://schemas.openxmlformats.org/drawingml/2006/main">
            <a:off x="6457950" y="4552950"/>
            <a:ext cx="485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B0B0B"/>
                </a:solidFill>
                <a:latin typeface="Arial"/>
                <a:ea typeface="Arial"/>
                <a:cs typeface="Arial"/>
              </a:defRPr>
            </a:pPr>
            <a:r>
              <a:rPr sz="1125" b="1">
                <a:solidFill>
                  <a:srgbClr val="0B0B0B"/>
                </a:solidFill>
                <a:latin typeface="Arial"/>
                <a:ea typeface="Arial"/>
                <a:cs typeface="Arial"/>
              </a:rPr>
              <a:t>Canonical, OG, sitemap, JSON-LD, serta event funnel yang terstruktur.</a:t>
            </a:r>
          </a:p>
        </p:txBody>
      </p:sp>
      <p:sp>
        <p:nvSpPr>
          <p:cNvPr id="36" name="">
            <a:extLst xmlns:a="http://schemas.openxmlformats.org/drawingml/2006/main">
              <a:ext uri="{FF2B5EF4-FFF2-40B4-BE49-F238E27FC236}">
                <a16:creationId xmlns:a16="http://schemas.microsoft.com/office/drawing/2014/main" id="{B6653050-26D2-4E4E-966C-E6F841F4775D}"/>
              </a:ext>
            </a:extLst>
          </p:cNvPr>
          <p:cNvSpPr>
            <a:spLocks xmlns:a="http://schemas.openxmlformats.org/drawingml/2006/main" noGrp="1"/>
          </p:cNvSpPr>
          <p:nvPr/>
        </p:nvSpPr>
        <p:spPr>
          <a:xfrm xmlns:a="http://schemas.openxmlformats.org/drawingml/2006/main" rot="0">
            <a:off x="6457950" y="5067300"/>
            <a:ext cx="4857750" cy="19050"/>
          </a:xfrm>
          <a:prstGeom xmlns:a="http://schemas.openxmlformats.org/drawingml/2006/main" prst="rect">
            <a:avLst/>
          </a:prstGeom>
          <a:solidFill xmlns:a="http://schemas.openxmlformats.org/drawingml/2006/main">
            <a:srgbClr val="B66A16"/>
          </a:solidFill>
          <a:ln xmlns:a="http://schemas.openxmlformats.org/drawingml/2006/main" w="0">
            <a:solidFill>
              <a:srgbClr val="B66A16"/>
            </a:solidFill>
            <a:prstDash val="solid"/>
          </a:ln>
        </p:spPr>
      </p:sp>
      <p:sp>
        <p:nvSpPr>
          <p:cNvPr id="37" name="">
            <a:extLst xmlns:a="http://schemas.openxmlformats.org/drawingml/2006/main">
              <a:ext uri="{FF2B5EF4-FFF2-40B4-BE49-F238E27FC236}">
                <a16:creationId xmlns:a16="http://schemas.microsoft.com/office/drawing/2014/main" id="{50FC8AF9-41BC-4E11-A175-6714D6A06E24}"/>
              </a:ext>
            </a:extLst>
          </p:cNvPr>
          <p:cNvSpPr>
            <a:spLocks xmlns:a="http://schemas.openxmlformats.org/drawingml/2006/main" noGrp="1"/>
          </p:cNvSpPr>
          <p:nvPr/>
        </p:nvSpPr>
        <p:spPr>
          <a:xfrm xmlns:a="http://schemas.openxmlformats.org/drawingml/2006/main">
            <a:off x="6457950" y="52006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B66A16"/>
                </a:solidFill>
                <a:latin typeface="Arial"/>
                <a:ea typeface="Arial"/>
                <a:cs typeface="Arial"/>
              </a:defRPr>
            </a:pPr>
            <a:r>
              <a:rPr sz="750" b="1">
                <a:solidFill>
                  <a:srgbClr val="B66A16"/>
                </a:solidFill>
                <a:latin typeface="Arial"/>
                <a:ea typeface="Arial"/>
                <a:cs typeface="Arial"/>
              </a:rPr>
              <a:t>KENAPA</a:t>
            </a:r>
          </a:p>
        </p:txBody>
      </p:sp>
      <p:sp>
        <p:nvSpPr>
          <p:cNvPr id="38" name="">
            <a:extLst xmlns:a="http://schemas.openxmlformats.org/drawingml/2006/main">
              <a:ext uri="{FF2B5EF4-FFF2-40B4-BE49-F238E27FC236}">
                <a16:creationId xmlns:a16="http://schemas.microsoft.com/office/drawing/2014/main" id="{F2CD8E0F-4BA6-4CA0-A4C6-D0DB2383FF32}"/>
              </a:ext>
            </a:extLst>
          </p:cNvPr>
          <p:cNvSpPr>
            <a:spLocks xmlns:a="http://schemas.openxmlformats.org/drawingml/2006/main" noGrp="1"/>
          </p:cNvSpPr>
          <p:nvPr/>
        </p:nvSpPr>
        <p:spPr>
          <a:xfrm xmlns:a="http://schemas.openxmlformats.org/drawingml/2006/main">
            <a:off x="7162800" y="5162550"/>
            <a:ext cx="4152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F5E5A"/>
                </a:solidFill>
                <a:latin typeface="Arial"/>
                <a:ea typeface="Arial"/>
                <a:cs typeface="Arial"/>
              </a:defRPr>
            </a:pPr>
            <a:r>
              <a:rPr sz="1050" b="0">
                <a:solidFill>
                  <a:srgbClr val="5F5E5A"/>
                </a:solidFill>
                <a:latin typeface="Arial"/>
                <a:ea typeface="Arial"/>
                <a:cs typeface="Arial"/>
              </a:rPr>
              <a:t>Halaman lebih mudah ditemukan, dibagikan, dan dievaluasi dari data.</a:t>
            </a:r>
          </a:p>
        </p:txBody>
      </p:sp>
    </p:spTree>
    <p:extLst>
      <p:ext uri="{BB962C8B-B14F-4D97-AF65-F5344CB8AC3E}">
        <p14:creationId xmlns:p14="http://schemas.microsoft.com/office/powerpoint/2010/main" val="158092987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8DF9722-5350-4BB0-9605-CA396D781BB5}"/>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7EF425A6-3EDA-4A48-8E6D-E9A2352AD3A2}"/>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CONVERSION SYSTEM</a:t>
            </a:r>
          </a:p>
        </p:txBody>
      </p:sp>
      <p:sp>
        <p:nvSpPr>
          <p:cNvPr id="3" name="">
            <a:extLst xmlns:a="http://schemas.openxmlformats.org/drawingml/2006/main">
              <a:ext uri="{FF2B5EF4-FFF2-40B4-BE49-F238E27FC236}">
                <a16:creationId xmlns:a16="http://schemas.microsoft.com/office/drawing/2014/main" id="{3B4A1F04-C05B-4E44-B696-79C4844FC518}"/>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B0B0B"/>
                </a:solidFill>
                <a:latin typeface="Arial"/>
                <a:ea typeface="Arial"/>
                <a:cs typeface="Arial"/>
              </a:defRPr>
            </a:pPr>
            <a:r>
              <a:rPr sz="2850" b="1">
                <a:solidFill>
                  <a:srgbClr val="0B0B0B"/>
                </a:solidFill>
                <a:latin typeface="Arial"/>
                <a:ea typeface="Arial"/>
                <a:cs typeface="Arial"/>
              </a:rPr>
              <a:t>Di balik tampilan: konsultasi kini menjadi funnel yang terukur</a:t>
            </a:r>
          </a:p>
        </p:txBody>
      </p:sp>
      <p:sp>
        <p:nvSpPr>
          <p:cNvPr id="4" name="">
            <a:extLst xmlns:a="http://schemas.openxmlformats.org/drawingml/2006/main">
              <a:ext uri="{FF2B5EF4-FFF2-40B4-BE49-F238E27FC236}">
                <a16:creationId xmlns:a16="http://schemas.microsoft.com/office/drawing/2014/main" id="{1795E9A1-F970-4C36-84E7-5BFA20CECAB4}"/>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B85BB756-A696-4880-BE87-F79F69774323}"/>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47253FC0-939A-4340-92AD-77173EE96D5A}"/>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5F5E5A"/>
                </a:solidFill>
                <a:latin typeface="Arial"/>
                <a:ea typeface="Arial"/>
                <a:cs typeface="Arial"/>
              </a:defRPr>
            </a:pPr>
            <a:r>
              <a:rPr sz="750" b="1">
                <a:solidFill>
                  <a:srgbClr val="5F5E5A"/>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6DA0BB17-8883-4E70-97A3-7F3098059D78}"/>
              </a:ext>
            </a:extLst>
          </p:cNvPr>
          <p:cNvSpPr>
            <a:spLocks xmlns:a="http://schemas.openxmlformats.org/drawingml/2006/main" noGrp="1"/>
          </p:cNvSpPr>
          <p:nvPr/>
        </p:nvSpPr>
        <p:spPr>
          <a:xfrm xmlns:a="http://schemas.openxmlformats.org/drawingml/2006/main">
            <a:off x="552450" y="1123950"/>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F5E5A"/>
                </a:solidFill>
                <a:latin typeface="Arial"/>
                <a:ea typeface="Arial"/>
                <a:cs typeface="Arial"/>
              </a:defRPr>
            </a:pPr>
            <a:r>
              <a:rPr sz="1350" b="0">
                <a:solidFill>
                  <a:srgbClr val="5F5E5A"/>
                </a:solidFill>
                <a:latin typeface="Arial"/>
                <a:ea typeface="Arial"/>
                <a:cs typeface="Arial"/>
              </a:rPr>
              <a:t>Iterasi terbaru mempertahankan lead form, tetapi memangkasnya menjadi 6 field—3 diketik, 3 cukup sekali tap.</a:t>
            </a:r>
          </a:p>
        </p:txBody>
      </p:sp>
      <p:sp>
        <p:nvSpPr>
          <p:cNvPr id="8" name="">
            <a:extLst xmlns:a="http://schemas.openxmlformats.org/drawingml/2006/main">
              <a:ext uri="{FF2B5EF4-FFF2-40B4-BE49-F238E27FC236}">
                <a16:creationId xmlns:a16="http://schemas.microsoft.com/office/drawing/2014/main" id="{6DC3CCA5-FE5E-40EF-A605-23D248A7C512}"/>
              </a:ext>
            </a:extLst>
          </p:cNvPr>
          <p:cNvSpPr>
            <a:spLocks xmlns:a="http://schemas.openxmlformats.org/drawingml/2006/main" noGrp="1"/>
          </p:cNvSpPr>
          <p:nvPr/>
        </p:nvSpPr>
        <p:spPr>
          <a:xfrm xmlns:a="http://schemas.openxmlformats.org/drawingml/2006/main" rot="0">
            <a:off x="552450" y="177165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9" name="">
            <a:extLst xmlns:a="http://schemas.openxmlformats.org/drawingml/2006/main">
              <a:ext uri="{FF2B5EF4-FFF2-40B4-BE49-F238E27FC236}">
                <a16:creationId xmlns:a16="http://schemas.microsoft.com/office/drawing/2014/main" id="{A0B6AFB1-87E8-421B-895E-2E66226D948B}"/>
              </a:ext>
            </a:extLst>
          </p:cNvPr>
          <p:cNvSpPr>
            <a:spLocks xmlns:a="http://schemas.openxmlformats.org/drawingml/2006/main" noGrp="1"/>
          </p:cNvSpPr>
          <p:nvPr/>
        </p:nvSpPr>
        <p:spPr>
          <a:xfrm xmlns:a="http://schemas.openxmlformats.org/drawingml/2006/main">
            <a:off x="723900" y="20002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C6281C"/>
                </a:solidFill>
                <a:latin typeface="Arial"/>
                <a:ea typeface="Arial"/>
                <a:cs typeface="Arial"/>
              </a:defRPr>
            </a:pPr>
            <a:r>
              <a:rPr sz="900" b="1">
                <a:solidFill>
                  <a:srgbClr val="C6281C"/>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5C002B04-3834-44F3-A29E-5FA84DD98587}"/>
              </a:ext>
            </a:extLst>
          </p:cNvPr>
          <p:cNvSpPr>
            <a:spLocks xmlns:a="http://schemas.openxmlformats.org/drawingml/2006/main" noGrp="1"/>
          </p:cNvSpPr>
          <p:nvPr/>
        </p:nvSpPr>
        <p:spPr>
          <a:xfrm xmlns:a="http://schemas.openxmlformats.org/drawingml/2006/main">
            <a:off x="1200150" y="19050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CTA</a:t>
            </a:r>
          </a:p>
        </p:txBody>
      </p:sp>
      <p:sp>
        <p:nvSpPr>
          <p:cNvPr id="11" name="">
            <a:extLst xmlns:a="http://schemas.openxmlformats.org/drawingml/2006/main">
              <a:ext uri="{FF2B5EF4-FFF2-40B4-BE49-F238E27FC236}">
                <a16:creationId xmlns:a16="http://schemas.microsoft.com/office/drawing/2014/main" id="{FE04019D-EDA2-461C-8128-16FB4DA70385}"/>
              </a:ext>
            </a:extLst>
          </p:cNvPr>
          <p:cNvSpPr>
            <a:spLocks xmlns:a="http://schemas.openxmlformats.org/drawingml/2006/main" noGrp="1"/>
          </p:cNvSpPr>
          <p:nvPr/>
        </p:nvSpPr>
        <p:spPr>
          <a:xfrm xmlns:a="http://schemas.openxmlformats.org/drawingml/2006/main">
            <a:off x="1200150" y="215265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F5E5A"/>
                </a:solidFill>
                <a:latin typeface="Arial"/>
                <a:ea typeface="Arial"/>
                <a:cs typeface="Arial"/>
              </a:defRPr>
            </a:pPr>
            <a:r>
              <a:rPr sz="1050" b="0">
                <a:solidFill>
                  <a:srgbClr val="5F5E5A"/>
                </a:solidFill>
                <a:latin typeface="Arial"/>
                <a:ea typeface="Arial"/>
                <a:cs typeface="Arial"/>
              </a:rPr>
              <a:t>Membawa source &amp; program</a:t>
            </a:r>
          </a:p>
        </p:txBody>
      </p:sp>
      <p:sp>
        <p:nvSpPr>
          <p:cNvPr id="12" name="">
            <a:extLst xmlns:a="http://schemas.openxmlformats.org/drawingml/2006/main">
              <a:ext uri="{FF2B5EF4-FFF2-40B4-BE49-F238E27FC236}">
                <a16:creationId xmlns:a16="http://schemas.microsoft.com/office/drawing/2014/main" id="{4FA7EA5B-F194-4D2D-8AAA-18302BFE6D8C}"/>
              </a:ext>
            </a:extLst>
          </p:cNvPr>
          <p:cNvSpPr>
            <a:spLocks xmlns:a="http://schemas.openxmlformats.org/drawingml/2006/main" noGrp="1"/>
          </p:cNvSpPr>
          <p:nvPr/>
        </p:nvSpPr>
        <p:spPr>
          <a:xfrm xmlns:a="http://schemas.openxmlformats.org/drawingml/2006/main" rot="0">
            <a:off x="552450" y="2667000"/>
            <a:ext cx="4857750" cy="685800"/>
          </a:xfrm>
          <a:prstGeom xmlns:a="http://schemas.openxmlformats.org/drawingml/2006/main" prst="roundRect">
            <a:avLst>
              <a:gd name="adj" fmla="val 11111"/>
            </a:avLst>
          </a:prstGeom>
          <a:solidFill xmlns:a="http://schemas.openxmlformats.org/drawingml/2006/main">
            <a:srgbClr val="C6281C"/>
          </a:solidFill>
          <a:ln xmlns:a="http://schemas.openxmlformats.org/drawingml/2006/main" w="9525">
            <a:solidFill>
              <a:srgbClr val="C6281C"/>
            </a:solidFill>
            <a:prstDash val="solid"/>
          </a:ln>
        </p:spPr>
      </p:sp>
      <p:sp>
        <p:nvSpPr>
          <p:cNvPr id="13" name="">
            <a:extLst xmlns:a="http://schemas.openxmlformats.org/drawingml/2006/main">
              <a:ext uri="{FF2B5EF4-FFF2-40B4-BE49-F238E27FC236}">
                <a16:creationId xmlns:a16="http://schemas.microsoft.com/office/drawing/2014/main" id="{0B25B9E3-DEBD-4C3C-877C-54FEF7791EFE}"/>
              </a:ext>
            </a:extLst>
          </p:cNvPr>
          <p:cNvSpPr>
            <a:spLocks xmlns:a="http://schemas.openxmlformats.org/drawingml/2006/main" noGrp="1"/>
          </p:cNvSpPr>
          <p:nvPr/>
        </p:nvSpPr>
        <p:spPr>
          <a:xfrm xmlns:a="http://schemas.openxmlformats.org/drawingml/2006/main">
            <a:off x="723900" y="28956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D9D4"/>
                </a:solidFill>
                <a:latin typeface="Arial"/>
                <a:ea typeface="Arial"/>
                <a:cs typeface="Arial"/>
              </a:defRPr>
            </a:pPr>
            <a:r>
              <a:rPr sz="900" b="1">
                <a:solidFill>
                  <a:srgbClr val="FFD9D4"/>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56DDCEB8-31B9-49B4-AE88-208226E0998A}"/>
              </a:ext>
            </a:extLst>
          </p:cNvPr>
          <p:cNvSpPr>
            <a:spLocks xmlns:a="http://schemas.openxmlformats.org/drawingml/2006/main" noGrp="1"/>
          </p:cNvSpPr>
          <p:nvPr/>
        </p:nvSpPr>
        <p:spPr>
          <a:xfrm xmlns:a="http://schemas.openxmlformats.org/drawingml/2006/main">
            <a:off x="1200150" y="2800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Short form</a:t>
            </a:r>
          </a:p>
        </p:txBody>
      </p:sp>
      <p:sp>
        <p:nvSpPr>
          <p:cNvPr id="15" name="">
            <a:extLst xmlns:a="http://schemas.openxmlformats.org/drawingml/2006/main">
              <a:ext uri="{FF2B5EF4-FFF2-40B4-BE49-F238E27FC236}">
                <a16:creationId xmlns:a16="http://schemas.microsoft.com/office/drawing/2014/main" id="{3E1EC26C-D4C4-4E52-893B-9AE4497B7DEE}"/>
              </a:ext>
            </a:extLst>
          </p:cNvPr>
          <p:cNvSpPr>
            <a:spLocks xmlns:a="http://schemas.openxmlformats.org/drawingml/2006/main" noGrp="1"/>
          </p:cNvSpPr>
          <p:nvPr/>
        </p:nvSpPr>
        <p:spPr>
          <a:xfrm xmlns:a="http://schemas.openxmlformats.org/drawingml/2006/main">
            <a:off x="1200150" y="304800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Konteks sebelum chat</a:t>
            </a:r>
          </a:p>
        </p:txBody>
      </p:sp>
      <p:sp>
        <p:nvSpPr>
          <p:cNvPr id="16" name="">
            <a:extLst xmlns:a="http://schemas.openxmlformats.org/drawingml/2006/main">
              <a:ext uri="{FF2B5EF4-FFF2-40B4-BE49-F238E27FC236}">
                <a16:creationId xmlns:a16="http://schemas.microsoft.com/office/drawing/2014/main" id="{D3823BB2-9BAD-49D1-AD60-9F5DA5766C3C}"/>
              </a:ext>
            </a:extLst>
          </p:cNvPr>
          <p:cNvSpPr>
            <a:spLocks xmlns:a="http://schemas.openxmlformats.org/drawingml/2006/main" noGrp="1"/>
          </p:cNvSpPr>
          <p:nvPr/>
        </p:nvSpPr>
        <p:spPr>
          <a:xfrm xmlns:a="http://schemas.openxmlformats.org/drawingml/2006/main" rot="0">
            <a:off x="552450" y="356235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17" name="">
            <a:extLst xmlns:a="http://schemas.openxmlformats.org/drawingml/2006/main">
              <a:ext uri="{FF2B5EF4-FFF2-40B4-BE49-F238E27FC236}">
                <a16:creationId xmlns:a16="http://schemas.microsoft.com/office/drawing/2014/main" id="{BC2F0D11-C0C0-4D90-8C8C-BC35218DDCB1}"/>
              </a:ext>
            </a:extLst>
          </p:cNvPr>
          <p:cNvSpPr>
            <a:spLocks xmlns:a="http://schemas.openxmlformats.org/drawingml/2006/main" noGrp="1"/>
          </p:cNvSpPr>
          <p:nvPr/>
        </p:nvSpPr>
        <p:spPr>
          <a:xfrm xmlns:a="http://schemas.openxmlformats.org/drawingml/2006/main">
            <a:off x="723900" y="37909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C6281C"/>
                </a:solidFill>
                <a:latin typeface="Arial"/>
                <a:ea typeface="Arial"/>
                <a:cs typeface="Arial"/>
              </a:defRPr>
            </a:pPr>
            <a:r>
              <a:rPr sz="900" b="1">
                <a:solidFill>
                  <a:srgbClr val="C6281C"/>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31B3580B-C483-4470-B4C2-446D0C38A72B}"/>
              </a:ext>
            </a:extLst>
          </p:cNvPr>
          <p:cNvSpPr>
            <a:spLocks xmlns:a="http://schemas.openxmlformats.org/drawingml/2006/main" noGrp="1"/>
          </p:cNvSpPr>
          <p:nvPr/>
        </p:nvSpPr>
        <p:spPr>
          <a:xfrm xmlns:a="http://schemas.openxmlformats.org/drawingml/2006/main">
            <a:off x="1200150" y="36957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Lead API</a:t>
            </a:r>
          </a:p>
        </p:txBody>
      </p:sp>
      <p:sp>
        <p:nvSpPr>
          <p:cNvPr id="19" name="">
            <a:extLst xmlns:a="http://schemas.openxmlformats.org/drawingml/2006/main">
              <a:ext uri="{FF2B5EF4-FFF2-40B4-BE49-F238E27FC236}">
                <a16:creationId xmlns:a16="http://schemas.microsoft.com/office/drawing/2014/main" id="{5952C3E6-FE33-471E-B528-2CB6D82BF3F5}"/>
              </a:ext>
            </a:extLst>
          </p:cNvPr>
          <p:cNvSpPr>
            <a:spLocks xmlns:a="http://schemas.openxmlformats.org/drawingml/2006/main" noGrp="1"/>
          </p:cNvSpPr>
          <p:nvPr/>
        </p:nvSpPr>
        <p:spPr>
          <a:xfrm xmlns:a="http://schemas.openxmlformats.org/drawingml/2006/main">
            <a:off x="1200150" y="394335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F5E5A"/>
                </a:solidFill>
                <a:latin typeface="Arial"/>
                <a:ea typeface="Arial"/>
                <a:cs typeface="Arial"/>
              </a:defRPr>
            </a:pPr>
            <a:r>
              <a:rPr sz="1050" b="0">
                <a:solidFill>
                  <a:srgbClr val="5F5E5A"/>
                </a:solidFill>
                <a:latin typeface="Arial"/>
                <a:ea typeface="Arial"/>
                <a:cs typeface="Arial"/>
              </a:rPr>
              <a:t>Simpan, deduplikasi, scoring</a:t>
            </a:r>
          </a:p>
        </p:txBody>
      </p:sp>
      <p:sp>
        <p:nvSpPr>
          <p:cNvPr id="20" name="">
            <a:extLst xmlns:a="http://schemas.openxmlformats.org/drawingml/2006/main">
              <a:ext uri="{FF2B5EF4-FFF2-40B4-BE49-F238E27FC236}">
                <a16:creationId xmlns:a16="http://schemas.microsoft.com/office/drawing/2014/main" id="{65143350-F2A1-4004-8F3D-CBF6AC7AF80B}"/>
              </a:ext>
            </a:extLst>
          </p:cNvPr>
          <p:cNvSpPr>
            <a:spLocks xmlns:a="http://schemas.openxmlformats.org/drawingml/2006/main" noGrp="1"/>
          </p:cNvSpPr>
          <p:nvPr/>
        </p:nvSpPr>
        <p:spPr>
          <a:xfrm xmlns:a="http://schemas.openxmlformats.org/drawingml/2006/main" rot="0">
            <a:off x="552450" y="4457700"/>
            <a:ext cx="48577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8C5BE"/>
            </a:solidFill>
            <a:prstDash val="solid"/>
          </a:ln>
        </p:spPr>
      </p:sp>
      <p:sp>
        <p:nvSpPr>
          <p:cNvPr id="21" name="">
            <a:extLst xmlns:a="http://schemas.openxmlformats.org/drawingml/2006/main">
              <a:ext uri="{FF2B5EF4-FFF2-40B4-BE49-F238E27FC236}">
                <a16:creationId xmlns:a16="http://schemas.microsoft.com/office/drawing/2014/main" id="{C21055BD-14B1-4598-A34A-6B3FAD0F4E62}"/>
              </a:ext>
            </a:extLst>
          </p:cNvPr>
          <p:cNvSpPr>
            <a:spLocks xmlns:a="http://schemas.openxmlformats.org/drawingml/2006/main" noGrp="1"/>
          </p:cNvSpPr>
          <p:nvPr/>
        </p:nvSpPr>
        <p:spPr>
          <a:xfrm xmlns:a="http://schemas.openxmlformats.org/drawingml/2006/main">
            <a:off x="723900" y="468630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C6281C"/>
                </a:solidFill>
                <a:latin typeface="Arial"/>
                <a:ea typeface="Arial"/>
                <a:cs typeface="Arial"/>
              </a:defRPr>
            </a:pPr>
            <a:r>
              <a:rPr sz="900" b="1">
                <a:solidFill>
                  <a:srgbClr val="C6281C"/>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7161ECA-EF83-4CFD-8163-78F6C863F13A}"/>
              </a:ext>
            </a:extLst>
          </p:cNvPr>
          <p:cNvSpPr>
            <a:spLocks xmlns:a="http://schemas.openxmlformats.org/drawingml/2006/main" noGrp="1"/>
          </p:cNvSpPr>
          <p:nvPr/>
        </p:nvSpPr>
        <p:spPr>
          <a:xfrm xmlns:a="http://schemas.openxmlformats.org/drawingml/2006/main">
            <a:off x="1200150" y="45910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B0B0B"/>
                </a:solidFill>
                <a:latin typeface="Arial"/>
                <a:ea typeface="Arial"/>
                <a:cs typeface="Arial"/>
              </a:defRPr>
            </a:pPr>
            <a:r>
              <a:rPr sz="1350" b="1">
                <a:solidFill>
                  <a:srgbClr val="0B0B0B"/>
                </a:solidFill>
                <a:latin typeface="Arial"/>
                <a:ea typeface="Arial"/>
                <a:cs typeface="Arial"/>
              </a:rPr>
              <a:t>Sales</a:t>
            </a:r>
          </a:p>
        </p:txBody>
      </p:sp>
      <p:sp>
        <p:nvSpPr>
          <p:cNvPr id="23" name="">
            <a:extLst xmlns:a="http://schemas.openxmlformats.org/drawingml/2006/main">
              <a:ext uri="{FF2B5EF4-FFF2-40B4-BE49-F238E27FC236}">
                <a16:creationId xmlns:a16="http://schemas.microsoft.com/office/drawing/2014/main" id="{7A4FBEDF-E1D4-4F76-94F9-118B737003C9}"/>
              </a:ext>
            </a:extLst>
          </p:cNvPr>
          <p:cNvSpPr>
            <a:spLocks xmlns:a="http://schemas.openxmlformats.org/drawingml/2006/main" noGrp="1"/>
          </p:cNvSpPr>
          <p:nvPr/>
        </p:nvSpPr>
        <p:spPr>
          <a:xfrm xmlns:a="http://schemas.openxmlformats.org/drawingml/2006/main">
            <a:off x="1200150" y="4838700"/>
            <a:ext cx="3848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F5E5A"/>
                </a:solidFill>
                <a:latin typeface="Arial"/>
                <a:ea typeface="Arial"/>
                <a:cs typeface="Arial"/>
              </a:defRPr>
            </a:pPr>
            <a:r>
              <a:rPr sz="1050" b="0">
                <a:solidFill>
                  <a:srgbClr val="5F5E5A"/>
                </a:solidFill>
                <a:latin typeface="Arial"/>
                <a:ea typeface="Arial"/>
                <a:cs typeface="Arial"/>
              </a:rPr>
              <a:t>Dashboard + WhatsApp</a:t>
            </a:r>
          </a:p>
        </p:txBody>
      </p:sp>
      <p:sp>
        <p:nvSpPr>
          <p:cNvPr id="24" name="">
            <a:extLst xmlns:a="http://schemas.openxmlformats.org/drawingml/2006/main">
              <a:ext uri="{FF2B5EF4-FFF2-40B4-BE49-F238E27FC236}">
                <a16:creationId xmlns:a16="http://schemas.microsoft.com/office/drawing/2014/main" id="{E44A2027-C459-40F7-B507-9B823654A8A3}"/>
              </a:ext>
            </a:extLst>
          </p:cNvPr>
          <p:cNvSpPr>
            <a:spLocks xmlns:a="http://schemas.openxmlformats.org/drawingml/2006/main" noGrp="1"/>
          </p:cNvSpPr>
          <p:nvPr/>
        </p:nvSpPr>
        <p:spPr>
          <a:xfrm xmlns:a="http://schemas.openxmlformats.org/drawingml/2006/main" rot="0">
            <a:off x="5867400" y="1333500"/>
            <a:ext cx="5791200" cy="3648075"/>
          </a:xfrm>
          <a:prstGeom xmlns:a="http://schemas.openxmlformats.org/drawingml/2006/main" prst="roundRect">
            <a:avLst>
              <a:gd name="adj" fmla="val 2611"/>
            </a:avLst>
          </a:prstGeom>
          <a:solidFill xmlns:a="http://schemas.openxmlformats.org/drawingml/2006/main">
            <a:srgbClr val="FFFFFF"/>
          </a:solidFill>
          <a:ln xmlns:a="http://schemas.openxmlformats.org/drawingml/2006/main" w="9525">
            <a:solidFill>
              <a:srgbClr val="C8C5BE"/>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ea353a3f24b14ad5"/>
          <a:srcRect xmlns:a="http://schemas.openxmlformats.org/drawingml/2006/main" l="0" t="0" r="0" b="0"/>
          <a:stretch xmlns:a="http://schemas.openxmlformats.org/drawingml/2006/main">
            <a:fillRect l="0" t="0" r="0" b="0"/>
          </a:stretch>
        </p:blipFill>
        <p:spPr>
          <a:xfrm xmlns:a="http://schemas.openxmlformats.org/drawingml/2006/main">
            <a:off x="5905500" y="1371600"/>
            <a:ext cx="5715000" cy="3571875"/>
          </a:xfrm>
          <a:prstGeom xmlns:a="http://schemas.openxmlformats.org/drawingml/2006/main" prst="roundRect">
            <a:avLst>
              <a:gd name="adj" fmla="val 2667"/>
            </a:avLst>
          </a:prstGeom>
        </p:spPr>
      </p:pic>
      <p:sp>
        <p:nvSpPr>
          <p:cNvPr id="26" name="">
            <a:extLst xmlns:a="http://schemas.openxmlformats.org/drawingml/2006/main">
              <a:ext uri="{FF2B5EF4-FFF2-40B4-BE49-F238E27FC236}">
                <a16:creationId xmlns:a16="http://schemas.microsoft.com/office/drawing/2014/main" id="{BD6F2DCE-EECB-4857-B878-5A4FD65C40E7}"/>
              </a:ext>
            </a:extLst>
          </p:cNvPr>
          <p:cNvSpPr>
            <a:spLocks xmlns:a="http://schemas.openxmlformats.org/drawingml/2006/main" noGrp="1"/>
          </p:cNvSpPr>
          <p:nvPr/>
        </p:nvSpPr>
        <p:spPr>
          <a:xfrm xmlns:a="http://schemas.openxmlformats.org/drawingml/2006/main" rot="0">
            <a:off x="5905500" y="5238750"/>
            <a:ext cx="171450" cy="17145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27" name="">
            <a:extLst xmlns:a="http://schemas.openxmlformats.org/drawingml/2006/main">
              <a:ext uri="{FF2B5EF4-FFF2-40B4-BE49-F238E27FC236}">
                <a16:creationId xmlns:a16="http://schemas.microsoft.com/office/drawing/2014/main" id="{5AA1367C-E93F-4C9C-B1CC-7A44956A829C}"/>
              </a:ext>
            </a:extLst>
          </p:cNvPr>
          <p:cNvSpPr>
            <a:spLocks xmlns:a="http://schemas.openxmlformats.org/drawingml/2006/main" noGrp="1"/>
          </p:cNvSpPr>
          <p:nvPr/>
        </p:nvSpPr>
        <p:spPr>
          <a:xfrm xmlns:a="http://schemas.openxmlformats.org/drawingml/2006/main">
            <a:off x="590550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23BA1A6C-B4F0-4762-89B3-3E6FCEE64C3D}"/>
              </a:ext>
            </a:extLst>
          </p:cNvPr>
          <p:cNvSpPr>
            <a:spLocks xmlns:a="http://schemas.openxmlformats.org/drawingml/2006/main" noGrp="1"/>
          </p:cNvSpPr>
          <p:nvPr/>
        </p:nvSpPr>
        <p:spPr>
          <a:xfrm xmlns:a="http://schemas.openxmlformats.org/drawingml/2006/main">
            <a:off x="615315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B0B0B"/>
                </a:solidFill>
                <a:latin typeface="Arial"/>
                <a:ea typeface="Arial"/>
                <a:cs typeface="Arial"/>
              </a:defRPr>
            </a:pPr>
            <a:r>
              <a:rPr sz="975" b="1">
                <a:solidFill>
                  <a:srgbClr val="0B0B0B"/>
                </a:solidFill>
                <a:latin typeface="Arial"/>
                <a:ea typeface="Arial"/>
                <a:cs typeface="Arial"/>
              </a:rPr>
              <a:t>Lead tidak hilang jika chat batal dibuka</a:t>
            </a:r>
          </a:p>
        </p:txBody>
      </p:sp>
      <p:sp>
        <p:nvSpPr>
          <p:cNvPr id="29" name="">
            <a:extLst xmlns:a="http://schemas.openxmlformats.org/drawingml/2006/main">
              <a:ext uri="{FF2B5EF4-FFF2-40B4-BE49-F238E27FC236}">
                <a16:creationId xmlns:a16="http://schemas.microsoft.com/office/drawing/2014/main" id="{B76080A3-DA9D-44D6-9B63-11C11F570373}"/>
              </a:ext>
            </a:extLst>
          </p:cNvPr>
          <p:cNvSpPr>
            <a:spLocks xmlns:a="http://schemas.openxmlformats.org/drawingml/2006/main" noGrp="1"/>
          </p:cNvSpPr>
          <p:nvPr/>
        </p:nvSpPr>
        <p:spPr>
          <a:xfrm xmlns:a="http://schemas.openxmlformats.org/drawingml/2006/main" rot="0">
            <a:off x="7791450" y="52387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30" name="">
            <a:extLst xmlns:a="http://schemas.openxmlformats.org/drawingml/2006/main">
              <a:ext uri="{FF2B5EF4-FFF2-40B4-BE49-F238E27FC236}">
                <a16:creationId xmlns:a16="http://schemas.microsoft.com/office/drawing/2014/main" id="{7B90838E-C5B6-471A-AEF9-05A0A291D9E3}"/>
              </a:ext>
            </a:extLst>
          </p:cNvPr>
          <p:cNvSpPr>
            <a:spLocks xmlns:a="http://schemas.openxmlformats.org/drawingml/2006/main" noGrp="1"/>
          </p:cNvSpPr>
          <p:nvPr/>
        </p:nvSpPr>
        <p:spPr>
          <a:xfrm xmlns:a="http://schemas.openxmlformats.org/drawingml/2006/main">
            <a:off x="779145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D570874A-3DD0-4338-91C3-4A65621A3E8D}"/>
              </a:ext>
            </a:extLst>
          </p:cNvPr>
          <p:cNvSpPr>
            <a:spLocks xmlns:a="http://schemas.openxmlformats.org/drawingml/2006/main" noGrp="1"/>
          </p:cNvSpPr>
          <p:nvPr/>
        </p:nvSpPr>
        <p:spPr>
          <a:xfrm xmlns:a="http://schemas.openxmlformats.org/drawingml/2006/main">
            <a:off x="803910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B0B0B"/>
                </a:solidFill>
                <a:latin typeface="Arial"/>
                <a:ea typeface="Arial"/>
                <a:cs typeface="Arial"/>
              </a:defRPr>
            </a:pPr>
            <a:r>
              <a:rPr sz="975" b="1">
                <a:solidFill>
                  <a:srgbClr val="0B0B0B"/>
                </a:solidFill>
                <a:latin typeface="Arial"/>
                <a:ea typeface="Arial"/>
                <a:cs typeface="Arial"/>
              </a:rPr>
              <a:t>Attribution dan submission ID ikut tersimpan</a:t>
            </a:r>
          </a:p>
        </p:txBody>
      </p:sp>
      <p:sp>
        <p:nvSpPr>
          <p:cNvPr id="32" name="">
            <a:extLst xmlns:a="http://schemas.openxmlformats.org/drawingml/2006/main">
              <a:ext uri="{FF2B5EF4-FFF2-40B4-BE49-F238E27FC236}">
                <a16:creationId xmlns:a16="http://schemas.microsoft.com/office/drawing/2014/main" id="{2C842CD5-2064-49BA-84D4-5177AB4D7082}"/>
              </a:ext>
            </a:extLst>
          </p:cNvPr>
          <p:cNvSpPr>
            <a:spLocks xmlns:a="http://schemas.openxmlformats.org/drawingml/2006/main" noGrp="1"/>
          </p:cNvSpPr>
          <p:nvPr/>
        </p:nvSpPr>
        <p:spPr>
          <a:xfrm xmlns:a="http://schemas.openxmlformats.org/drawingml/2006/main" rot="0">
            <a:off x="9677400" y="52387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33" name="">
            <a:extLst xmlns:a="http://schemas.openxmlformats.org/drawingml/2006/main">
              <a:ext uri="{FF2B5EF4-FFF2-40B4-BE49-F238E27FC236}">
                <a16:creationId xmlns:a16="http://schemas.microsoft.com/office/drawing/2014/main" id="{620203A3-CA12-42D4-99C2-9971005A3167}"/>
              </a:ext>
            </a:extLst>
          </p:cNvPr>
          <p:cNvSpPr>
            <a:spLocks xmlns:a="http://schemas.openxmlformats.org/drawingml/2006/main" noGrp="1"/>
          </p:cNvSpPr>
          <p:nvPr/>
        </p:nvSpPr>
        <p:spPr>
          <a:xfrm xmlns:a="http://schemas.openxmlformats.org/drawingml/2006/main">
            <a:off x="9677400" y="52578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34" name="">
            <a:extLst xmlns:a="http://schemas.openxmlformats.org/drawingml/2006/main">
              <a:ext uri="{FF2B5EF4-FFF2-40B4-BE49-F238E27FC236}">
                <a16:creationId xmlns:a16="http://schemas.microsoft.com/office/drawing/2014/main" id="{808B2F15-77FE-4595-94B7-1A828D1FE048}"/>
              </a:ext>
            </a:extLst>
          </p:cNvPr>
          <p:cNvSpPr>
            <a:spLocks xmlns:a="http://schemas.openxmlformats.org/drawingml/2006/main" noGrp="1"/>
          </p:cNvSpPr>
          <p:nvPr/>
        </p:nvSpPr>
        <p:spPr>
          <a:xfrm xmlns:a="http://schemas.openxmlformats.org/drawingml/2006/main">
            <a:off x="9925050" y="5219700"/>
            <a:ext cx="1581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0B0B0B"/>
                </a:solidFill>
                <a:latin typeface="Arial"/>
                <a:ea typeface="Arial"/>
                <a:cs typeface="Arial"/>
              </a:defRPr>
            </a:pPr>
            <a:r>
              <a:rPr sz="975" b="1">
                <a:solidFill>
                  <a:srgbClr val="0B0B0B"/>
                </a:solidFill>
                <a:latin typeface="Arial"/>
                <a:ea typeface="Arial"/>
                <a:cs typeface="Arial"/>
              </a:rPr>
              <a:t>Consultant menerima konteks sebelum follow-up</a:t>
            </a:r>
          </a:p>
        </p:txBody>
      </p:sp>
      <p:sp>
        <p:nvSpPr>
          <p:cNvPr id="35" name="">
            <a:extLst xmlns:a="http://schemas.openxmlformats.org/drawingml/2006/main">
              <a:ext uri="{FF2B5EF4-FFF2-40B4-BE49-F238E27FC236}">
                <a16:creationId xmlns:a16="http://schemas.microsoft.com/office/drawing/2014/main" id="{01821D16-3B51-4298-92CE-2241B39F6A05}"/>
              </a:ext>
            </a:extLst>
          </p:cNvPr>
          <p:cNvSpPr>
            <a:spLocks xmlns:a="http://schemas.openxmlformats.org/drawingml/2006/main" noGrp="1"/>
          </p:cNvSpPr>
          <p:nvPr/>
        </p:nvSpPr>
        <p:spPr>
          <a:xfrm xmlns:a="http://schemas.openxmlformats.org/drawingml/2006/main">
            <a:off x="5905500" y="5943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F5E5A"/>
                </a:solidFill>
                <a:latin typeface="Arial"/>
                <a:ea typeface="Arial"/>
                <a:cs typeface="Arial"/>
              </a:defRPr>
            </a:pPr>
            <a:r>
              <a:rPr sz="900" b="0">
                <a:solidFill>
                  <a:srgbClr val="5F5E5A"/>
                </a:solidFill>
                <a:latin typeface="Arial"/>
                <a:ea typeface="Arial"/>
                <a:cs typeface="Arial"/>
              </a:rPr>
              <a:t>Catatan: scoring dan routing sudah ada di backend; rule final tetap perlu persetujuan sales.</a:t>
            </a:r>
          </a:p>
        </p:txBody>
      </p:sp>
    </p:spTree>
    <p:extLst>
      <p:ext uri="{BB962C8B-B14F-4D97-AF65-F5344CB8AC3E}">
        <p14:creationId xmlns:p14="http://schemas.microsoft.com/office/powerpoint/2010/main" val="75910409"/>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531C5C8-9183-43BD-A241-B7D9CFF8DEA1}"/>
              </a:ext>
            </a:extLst>
          </p:cNvPr>
          <p:cNvSpPr>
            <a:spLocks xmlns:a="http://schemas.openxmlformats.org/drawingml/2006/main" noGrp="1"/>
          </p:cNvSpPr>
          <p:nvPr/>
        </p:nvSpPr>
        <p:spPr>
          <a:xfrm xmlns:a="http://schemas.openxmlformats.org/drawingml/2006/main" rot="0">
            <a:off x="0" y="0"/>
            <a:ext cx="12192000" cy="76200"/>
          </a:xfrm>
          <a:prstGeom xmlns:a="http://schemas.openxmlformats.org/drawingml/2006/main" prst="rect">
            <a:avLst/>
          </a:prstGeom>
          <a:solidFill xmlns:a="http://schemas.openxmlformats.org/drawingml/2006/main">
            <a:srgbClr val="C6281C"/>
          </a:solidFill>
          <a:ln xmlns:a="http://schemas.openxmlformats.org/drawingml/2006/main" w="0">
            <a:solidFill>
              <a:srgbClr val="C6281C"/>
            </a:solidFill>
            <a:prstDash val="solid"/>
          </a:ln>
        </p:spPr>
      </p:sp>
      <p:sp>
        <p:nvSpPr>
          <p:cNvPr id="2" name="">
            <a:extLst xmlns:a="http://schemas.openxmlformats.org/drawingml/2006/main">
              <a:ext uri="{FF2B5EF4-FFF2-40B4-BE49-F238E27FC236}">
                <a16:creationId xmlns:a16="http://schemas.microsoft.com/office/drawing/2014/main" id="{B5281FB2-B113-426F-A986-D18F34869773}"/>
              </a:ext>
            </a:extLst>
          </p:cNvPr>
          <p:cNvSpPr>
            <a:spLocks xmlns:a="http://schemas.openxmlformats.org/drawingml/2006/main" noGrp="1"/>
          </p:cNvSpPr>
          <p:nvPr/>
        </p:nvSpPr>
        <p:spPr>
          <a:xfrm xmlns:a="http://schemas.openxmlformats.org/drawingml/2006/main">
            <a:off x="457200" y="247650"/>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C6281C"/>
                </a:solidFill>
                <a:latin typeface="Arial"/>
                <a:ea typeface="Arial"/>
                <a:cs typeface="Arial"/>
              </a:defRPr>
            </a:pPr>
            <a:r>
              <a:rPr sz="825" b="1">
                <a:solidFill>
                  <a:srgbClr val="C6281C"/>
                </a:solidFill>
                <a:latin typeface="Arial"/>
                <a:ea typeface="Arial"/>
                <a:cs typeface="Arial"/>
              </a:rPr>
              <a:t>RELEASE DECISION</a:t>
            </a:r>
          </a:p>
        </p:txBody>
      </p:sp>
      <p:sp>
        <p:nvSpPr>
          <p:cNvPr id="3" name="">
            <a:extLst xmlns:a="http://schemas.openxmlformats.org/drawingml/2006/main">
              <a:ext uri="{FF2B5EF4-FFF2-40B4-BE49-F238E27FC236}">
                <a16:creationId xmlns:a16="http://schemas.microsoft.com/office/drawing/2014/main" id="{BCE4FF62-23F3-45E1-89C8-3ED159F7BF58}"/>
              </a:ext>
            </a:extLst>
          </p:cNvPr>
          <p:cNvSpPr>
            <a:spLocks xmlns:a="http://schemas.openxmlformats.org/drawingml/2006/main" noGrp="1"/>
          </p:cNvSpPr>
          <p:nvPr/>
        </p:nvSpPr>
        <p:spPr>
          <a:xfrm xmlns:a="http://schemas.openxmlformats.org/drawingml/2006/main">
            <a:off x="457200" y="4762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B0B0B"/>
                </a:solidFill>
                <a:latin typeface="Arial"/>
                <a:ea typeface="Arial"/>
                <a:cs typeface="Arial"/>
              </a:defRPr>
            </a:pPr>
            <a:r>
              <a:rPr sz="2850" b="1">
                <a:solidFill>
                  <a:srgbClr val="0B0B0B"/>
                </a:solidFill>
                <a:latin typeface="Arial"/>
                <a:ea typeface="Arial"/>
                <a:cs typeface="Arial"/>
              </a:rPr>
              <a:t>Redesign selesai; nilai bisnisnya dibuktikan di staging</a:t>
            </a:r>
          </a:p>
        </p:txBody>
      </p:sp>
      <p:sp>
        <p:nvSpPr>
          <p:cNvPr id="4" name="">
            <a:extLst xmlns:a="http://schemas.openxmlformats.org/drawingml/2006/main">
              <a:ext uri="{FF2B5EF4-FFF2-40B4-BE49-F238E27FC236}">
                <a16:creationId xmlns:a16="http://schemas.microsoft.com/office/drawing/2014/main" id="{FC3CD82D-901F-4CB1-8879-4069AB532D7E}"/>
              </a:ext>
            </a:extLst>
          </p:cNvPr>
          <p:cNvSpPr>
            <a:spLocks xmlns:a="http://schemas.openxmlformats.org/drawingml/2006/main" noGrp="1"/>
          </p:cNvSpPr>
          <p:nvPr/>
        </p:nvSpPr>
        <p:spPr>
          <a:xfrm xmlns:a="http://schemas.openxmlformats.org/drawingml/2006/main" rot="0">
            <a:off x="457200" y="6505575"/>
            <a:ext cx="112776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5" name="">
            <a:extLst xmlns:a="http://schemas.openxmlformats.org/drawingml/2006/main">
              <a:ext uri="{FF2B5EF4-FFF2-40B4-BE49-F238E27FC236}">
                <a16:creationId xmlns:a16="http://schemas.microsoft.com/office/drawing/2014/main" id="{4A729675-1C7F-49C1-96B8-6452D19BC3BC}"/>
              </a:ext>
            </a:extLst>
          </p:cNvPr>
          <p:cNvSpPr>
            <a:spLocks xmlns:a="http://schemas.openxmlformats.org/drawingml/2006/main" noGrp="1"/>
          </p:cNvSpPr>
          <p:nvPr/>
        </p:nvSpPr>
        <p:spPr>
          <a:xfrm xmlns:a="http://schemas.openxmlformats.org/drawingml/2006/main">
            <a:off x="457200" y="6591300"/>
            <a:ext cx="4000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5F5E5A"/>
                </a:solidFill>
                <a:latin typeface="Arial"/>
                <a:ea typeface="Arial"/>
                <a:cs typeface="Arial"/>
              </a:defRPr>
            </a:pPr>
            <a:r>
              <a:rPr sz="750" b="1">
                <a:solidFill>
                  <a:srgbClr val="5F5E5A"/>
                </a:solidFill>
                <a:latin typeface="Arial"/>
                <a:ea typeface="Arial"/>
                <a:cs typeface="Arial"/>
              </a:rPr>
              <a:t>PITCAR ACADEMY • BEFORE / AFTER</a:t>
            </a:r>
          </a:p>
        </p:txBody>
      </p:sp>
      <p:sp>
        <p:nvSpPr>
          <p:cNvPr id="6" name="">
            <a:extLst xmlns:a="http://schemas.openxmlformats.org/drawingml/2006/main">
              <a:ext uri="{FF2B5EF4-FFF2-40B4-BE49-F238E27FC236}">
                <a16:creationId xmlns:a16="http://schemas.microsoft.com/office/drawing/2014/main" id="{88BED33C-42BF-4E4B-B2C9-FB81FBEADBD7}"/>
              </a:ext>
            </a:extLst>
          </p:cNvPr>
          <p:cNvSpPr>
            <a:spLocks xmlns:a="http://schemas.openxmlformats.org/drawingml/2006/main" noGrp="1"/>
          </p:cNvSpPr>
          <p:nvPr/>
        </p:nvSpPr>
        <p:spPr>
          <a:xfrm xmlns:a="http://schemas.openxmlformats.org/drawingml/2006/main">
            <a:off x="11239500" y="6591300"/>
            <a:ext cx="4953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5F5E5A"/>
                </a:solidFill>
                <a:latin typeface="Arial"/>
                <a:ea typeface="Arial"/>
                <a:cs typeface="Arial"/>
              </a:defRPr>
            </a:pPr>
            <a:r>
              <a:rPr sz="750" b="1">
                <a:solidFill>
                  <a:srgbClr val="5F5E5A"/>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84548082-05EC-4EF3-931C-1038EB64CC1C}"/>
              </a:ext>
            </a:extLst>
          </p:cNvPr>
          <p:cNvSpPr>
            <a:spLocks xmlns:a="http://schemas.openxmlformats.org/drawingml/2006/main" noGrp="1"/>
          </p:cNvSpPr>
          <p:nvPr/>
        </p:nvSpPr>
        <p:spPr>
          <a:xfrm xmlns:a="http://schemas.openxmlformats.org/drawingml/2006/main">
            <a:off x="571500" y="1219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7A57"/>
                </a:solidFill>
                <a:latin typeface="Arial"/>
                <a:ea typeface="Arial"/>
                <a:cs typeface="Arial"/>
              </a:defRPr>
            </a:pPr>
            <a:r>
              <a:rPr sz="1350" b="1">
                <a:solidFill>
                  <a:srgbClr val="237A57"/>
                </a:solidFill>
                <a:latin typeface="Arial"/>
                <a:ea typeface="Arial"/>
                <a:cs typeface="Arial"/>
              </a:rPr>
              <a:t>Yang sudah siap</a:t>
            </a:r>
          </a:p>
        </p:txBody>
      </p:sp>
      <p:sp>
        <p:nvSpPr>
          <p:cNvPr id="8" name="">
            <a:extLst xmlns:a="http://schemas.openxmlformats.org/drawingml/2006/main">
              <a:ext uri="{FF2B5EF4-FFF2-40B4-BE49-F238E27FC236}">
                <a16:creationId xmlns:a16="http://schemas.microsoft.com/office/drawing/2014/main" id="{786DB3B2-4E42-4C73-BD2D-681E28EFAE65}"/>
              </a:ext>
            </a:extLst>
          </p:cNvPr>
          <p:cNvSpPr>
            <a:spLocks xmlns:a="http://schemas.openxmlformats.org/drawingml/2006/main" noGrp="1"/>
          </p:cNvSpPr>
          <p:nvPr/>
        </p:nvSpPr>
        <p:spPr>
          <a:xfrm xmlns:a="http://schemas.openxmlformats.org/drawingml/2006/main" rot="0">
            <a:off x="590550" y="167640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9" name="">
            <a:extLst xmlns:a="http://schemas.openxmlformats.org/drawingml/2006/main">
              <a:ext uri="{FF2B5EF4-FFF2-40B4-BE49-F238E27FC236}">
                <a16:creationId xmlns:a16="http://schemas.microsoft.com/office/drawing/2014/main" id="{4F914DB6-0D8B-4528-8545-314802AE6CB8}"/>
              </a:ext>
            </a:extLst>
          </p:cNvPr>
          <p:cNvSpPr>
            <a:spLocks xmlns:a="http://schemas.openxmlformats.org/drawingml/2006/main" noGrp="1"/>
          </p:cNvSpPr>
          <p:nvPr/>
        </p:nvSpPr>
        <p:spPr>
          <a:xfrm xmlns:a="http://schemas.openxmlformats.org/drawingml/2006/main">
            <a:off x="590550" y="169545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0EFC4F3-9E42-4559-9DCE-7EE69CE5F087}"/>
              </a:ext>
            </a:extLst>
          </p:cNvPr>
          <p:cNvSpPr>
            <a:spLocks xmlns:a="http://schemas.openxmlformats.org/drawingml/2006/main" noGrp="1"/>
          </p:cNvSpPr>
          <p:nvPr/>
        </p:nvSpPr>
        <p:spPr>
          <a:xfrm xmlns:a="http://schemas.openxmlformats.org/drawingml/2006/main">
            <a:off x="914400" y="16573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Visual rebuild dan production build berhasil</a:t>
            </a:r>
          </a:p>
        </p:txBody>
      </p:sp>
      <p:sp>
        <p:nvSpPr>
          <p:cNvPr id="11" name="">
            <a:extLst xmlns:a="http://schemas.openxmlformats.org/drawingml/2006/main">
              <a:ext uri="{FF2B5EF4-FFF2-40B4-BE49-F238E27FC236}">
                <a16:creationId xmlns:a16="http://schemas.microsoft.com/office/drawing/2014/main" id="{0BDDC95F-084E-49CB-AE6A-96C78FD42B6F}"/>
              </a:ext>
            </a:extLst>
          </p:cNvPr>
          <p:cNvSpPr>
            <a:spLocks xmlns:a="http://schemas.openxmlformats.org/drawingml/2006/main" noGrp="1"/>
          </p:cNvSpPr>
          <p:nvPr/>
        </p:nvSpPr>
        <p:spPr>
          <a:xfrm xmlns:a="http://schemas.openxmlformats.org/drawingml/2006/main" rot="0">
            <a:off x="590550" y="217170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2" name="">
            <a:extLst xmlns:a="http://schemas.openxmlformats.org/drawingml/2006/main">
              <a:ext uri="{FF2B5EF4-FFF2-40B4-BE49-F238E27FC236}">
                <a16:creationId xmlns:a16="http://schemas.microsoft.com/office/drawing/2014/main" id="{1487D343-F52B-4B3E-B920-42A2BEFBA365}"/>
              </a:ext>
            </a:extLst>
          </p:cNvPr>
          <p:cNvSpPr>
            <a:spLocks xmlns:a="http://schemas.openxmlformats.org/drawingml/2006/main" noGrp="1"/>
          </p:cNvSpPr>
          <p:nvPr/>
        </p:nvSpPr>
        <p:spPr>
          <a:xfrm xmlns:a="http://schemas.openxmlformats.org/drawingml/2006/main" rot="0">
            <a:off x="590550" y="24193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3" name="">
            <a:extLst xmlns:a="http://schemas.openxmlformats.org/drawingml/2006/main">
              <a:ext uri="{FF2B5EF4-FFF2-40B4-BE49-F238E27FC236}">
                <a16:creationId xmlns:a16="http://schemas.microsoft.com/office/drawing/2014/main" id="{AF96C817-B740-444F-BE5A-12B231CF434D}"/>
              </a:ext>
            </a:extLst>
          </p:cNvPr>
          <p:cNvSpPr>
            <a:spLocks xmlns:a="http://schemas.openxmlformats.org/drawingml/2006/main" noGrp="1"/>
          </p:cNvSpPr>
          <p:nvPr/>
        </p:nvSpPr>
        <p:spPr>
          <a:xfrm xmlns:a="http://schemas.openxmlformats.org/drawingml/2006/main">
            <a:off x="590550" y="24384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1FC99AC0-FFD6-4953-9187-8B8A08C7BFDC}"/>
              </a:ext>
            </a:extLst>
          </p:cNvPr>
          <p:cNvSpPr>
            <a:spLocks xmlns:a="http://schemas.openxmlformats.org/drawingml/2006/main" noGrp="1"/>
          </p:cNvSpPr>
          <p:nvPr/>
        </p:nvSpPr>
        <p:spPr>
          <a:xfrm xmlns:a="http://schemas.openxmlformats.org/drawingml/2006/main">
            <a:off x="914400" y="24003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Lead API + idempotency + scoring + routing</a:t>
            </a:r>
          </a:p>
        </p:txBody>
      </p:sp>
      <p:sp>
        <p:nvSpPr>
          <p:cNvPr id="15" name="">
            <a:extLst xmlns:a="http://schemas.openxmlformats.org/drawingml/2006/main">
              <a:ext uri="{FF2B5EF4-FFF2-40B4-BE49-F238E27FC236}">
                <a16:creationId xmlns:a16="http://schemas.microsoft.com/office/drawing/2014/main" id="{CC28C856-A7BB-4469-956E-4CBB304E183E}"/>
              </a:ext>
            </a:extLst>
          </p:cNvPr>
          <p:cNvSpPr>
            <a:spLocks xmlns:a="http://schemas.openxmlformats.org/drawingml/2006/main" noGrp="1"/>
          </p:cNvSpPr>
          <p:nvPr/>
        </p:nvSpPr>
        <p:spPr>
          <a:xfrm xmlns:a="http://schemas.openxmlformats.org/drawingml/2006/main" rot="0">
            <a:off x="590550" y="291465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16" name="">
            <a:extLst xmlns:a="http://schemas.openxmlformats.org/drawingml/2006/main">
              <a:ext uri="{FF2B5EF4-FFF2-40B4-BE49-F238E27FC236}">
                <a16:creationId xmlns:a16="http://schemas.microsoft.com/office/drawing/2014/main" id="{18A16428-3674-49BE-AF65-9C7F4A45CD83}"/>
              </a:ext>
            </a:extLst>
          </p:cNvPr>
          <p:cNvSpPr>
            <a:spLocks xmlns:a="http://schemas.openxmlformats.org/drawingml/2006/main" noGrp="1"/>
          </p:cNvSpPr>
          <p:nvPr/>
        </p:nvSpPr>
        <p:spPr>
          <a:xfrm xmlns:a="http://schemas.openxmlformats.org/drawingml/2006/main" rot="0">
            <a:off x="590550" y="316230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17" name="">
            <a:extLst xmlns:a="http://schemas.openxmlformats.org/drawingml/2006/main">
              <a:ext uri="{FF2B5EF4-FFF2-40B4-BE49-F238E27FC236}">
                <a16:creationId xmlns:a16="http://schemas.microsoft.com/office/drawing/2014/main" id="{31AEA3F4-4F44-4021-860E-2EECC5ABD027}"/>
              </a:ext>
            </a:extLst>
          </p:cNvPr>
          <p:cNvSpPr>
            <a:spLocks xmlns:a="http://schemas.openxmlformats.org/drawingml/2006/main" noGrp="1"/>
          </p:cNvSpPr>
          <p:nvPr/>
        </p:nvSpPr>
        <p:spPr>
          <a:xfrm xmlns:a="http://schemas.openxmlformats.org/drawingml/2006/main">
            <a:off x="590550" y="318135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B80974A9-4199-4B7E-9932-BA5531004B0D}"/>
              </a:ext>
            </a:extLst>
          </p:cNvPr>
          <p:cNvSpPr>
            <a:spLocks xmlns:a="http://schemas.openxmlformats.org/drawingml/2006/main" noGrp="1"/>
          </p:cNvSpPr>
          <p:nvPr/>
        </p:nvSpPr>
        <p:spPr>
          <a:xfrm xmlns:a="http://schemas.openxmlformats.org/drawingml/2006/main">
            <a:off x="914400" y="31432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Dashboard Filament untuk pipeline sales</a:t>
            </a:r>
          </a:p>
        </p:txBody>
      </p:sp>
      <p:sp>
        <p:nvSpPr>
          <p:cNvPr id="19" name="">
            <a:extLst xmlns:a="http://schemas.openxmlformats.org/drawingml/2006/main">
              <a:ext uri="{FF2B5EF4-FFF2-40B4-BE49-F238E27FC236}">
                <a16:creationId xmlns:a16="http://schemas.microsoft.com/office/drawing/2014/main" id="{D6502C8F-B261-492B-BBF0-85A04D05D41E}"/>
              </a:ext>
            </a:extLst>
          </p:cNvPr>
          <p:cNvSpPr>
            <a:spLocks xmlns:a="http://schemas.openxmlformats.org/drawingml/2006/main" noGrp="1"/>
          </p:cNvSpPr>
          <p:nvPr/>
        </p:nvSpPr>
        <p:spPr>
          <a:xfrm xmlns:a="http://schemas.openxmlformats.org/drawingml/2006/main" rot="0">
            <a:off x="590550" y="3657600"/>
            <a:ext cx="4457700" cy="9525"/>
          </a:xfrm>
          <a:prstGeom xmlns:a="http://schemas.openxmlformats.org/drawingml/2006/main" prst="rect">
            <a:avLst/>
          </a:prstGeom>
          <a:solidFill xmlns:a="http://schemas.openxmlformats.org/drawingml/2006/main">
            <a:srgbClr val="C8C5BE"/>
          </a:solidFill>
          <a:ln xmlns:a="http://schemas.openxmlformats.org/drawingml/2006/main" w="0">
            <a:solidFill>
              <a:srgbClr val="C8C5BE"/>
            </a:solidFill>
            <a:prstDash val="solid"/>
          </a:ln>
        </p:spPr>
      </p:sp>
      <p:sp>
        <p:nvSpPr>
          <p:cNvPr id="20" name="">
            <a:extLst xmlns:a="http://schemas.openxmlformats.org/drawingml/2006/main">
              <a:ext uri="{FF2B5EF4-FFF2-40B4-BE49-F238E27FC236}">
                <a16:creationId xmlns:a16="http://schemas.microsoft.com/office/drawing/2014/main" id="{55335195-31DA-403A-8FC3-C210784AAE3B}"/>
              </a:ext>
            </a:extLst>
          </p:cNvPr>
          <p:cNvSpPr>
            <a:spLocks xmlns:a="http://schemas.openxmlformats.org/drawingml/2006/main" noGrp="1"/>
          </p:cNvSpPr>
          <p:nvPr/>
        </p:nvSpPr>
        <p:spPr>
          <a:xfrm xmlns:a="http://schemas.openxmlformats.org/drawingml/2006/main" rot="0">
            <a:off x="590550" y="3905250"/>
            <a:ext cx="171450" cy="171450"/>
          </a:xfrm>
          <a:prstGeom xmlns:a="http://schemas.openxmlformats.org/drawingml/2006/main" prst="ellipse">
            <a:avLst/>
          </a:prstGeom>
          <a:solidFill xmlns:a="http://schemas.openxmlformats.org/drawingml/2006/main">
            <a:srgbClr val="237A57"/>
          </a:solidFill>
          <a:ln xmlns:a="http://schemas.openxmlformats.org/drawingml/2006/main" w="0">
            <a:solidFill>
              <a:srgbClr val="237A57"/>
            </a:solidFill>
            <a:prstDash val="solid"/>
          </a:ln>
        </p:spPr>
      </p:sp>
      <p:sp>
        <p:nvSpPr>
          <p:cNvPr id="21" name="">
            <a:extLst xmlns:a="http://schemas.openxmlformats.org/drawingml/2006/main">
              <a:ext uri="{FF2B5EF4-FFF2-40B4-BE49-F238E27FC236}">
                <a16:creationId xmlns:a16="http://schemas.microsoft.com/office/drawing/2014/main" id="{60497408-3D12-42CA-B273-3D0384126CC6}"/>
              </a:ext>
            </a:extLst>
          </p:cNvPr>
          <p:cNvSpPr>
            <a:spLocks xmlns:a="http://schemas.openxmlformats.org/drawingml/2006/main" noGrp="1"/>
          </p:cNvSpPr>
          <p:nvPr/>
        </p:nvSpPr>
        <p:spPr>
          <a:xfrm xmlns:a="http://schemas.openxmlformats.org/drawingml/2006/main">
            <a:off x="590550" y="3924300"/>
            <a:ext cx="1714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AB5030A6-5B88-4C8E-9114-F7AC45F5F4B1}"/>
              </a:ext>
            </a:extLst>
          </p:cNvPr>
          <p:cNvSpPr>
            <a:spLocks xmlns:a="http://schemas.openxmlformats.org/drawingml/2006/main" noGrp="1"/>
          </p:cNvSpPr>
          <p:nvPr/>
        </p:nvSpPr>
        <p:spPr>
          <a:xfrm xmlns:a="http://schemas.openxmlformats.org/drawingml/2006/main">
            <a:off x="914400" y="38862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B0B0B"/>
                </a:solidFill>
                <a:latin typeface="Arial"/>
                <a:ea typeface="Arial"/>
                <a:cs typeface="Arial"/>
              </a:defRPr>
            </a:pPr>
            <a:r>
              <a:rPr sz="1275" b="1">
                <a:solidFill>
                  <a:srgbClr val="0B0B0B"/>
                </a:solidFill>
                <a:latin typeface="Arial"/>
                <a:ea typeface="Arial"/>
                <a:cs typeface="Arial"/>
              </a:rPr>
              <a:t>SEO teknis dan 8 event funnel</a:t>
            </a:r>
          </a:p>
        </p:txBody>
      </p:sp>
      <p:sp>
        <p:nvSpPr>
          <p:cNvPr id="23" name="">
            <a:extLst xmlns:a="http://schemas.openxmlformats.org/drawingml/2006/main">
              <a:ext uri="{FF2B5EF4-FFF2-40B4-BE49-F238E27FC236}">
                <a16:creationId xmlns:a16="http://schemas.microsoft.com/office/drawing/2014/main" id="{AE79F550-F24A-436F-8B81-549C7F7F79C6}"/>
              </a:ext>
            </a:extLst>
          </p:cNvPr>
          <p:cNvSpPr>
            <a:spLocks xmlns:a="http://schemas.openxmlformats.org/drawingml/2006/main" noGrp="1"/>
          </p:cNvSpPr>
          <p:nvPr/>
        </p:nvSpPr>
        <p:spPr>
          <a:xfrm xmlns:a="http://schemas.openxmlformats.org/drawingml/2006/main" rot="0">
            <a:off x="5448300" y="1143000"/>
            <a:ext cx="6191250" cy="4229100"/>
          </a:xfrm>
          <a:prstGeom xmlns:a="http://schemas.openxmlformats.org/drawingml/2006/main" prst="roundRect">
            <a:avLst>
              <a:gd name="adj" fmla="val 2252"/>
            </a:avLst>
          </a:prstGeom>
          <a:solidFill xmlns:a="http://schemas.openxmlformats.org/drawingml/2006/main">
            <a:srgbClr val="17191F"/>
          </a:solidFill>
          <a:ln xmlns:a="http://schemas.openxmlformats.org/drawingml/2006/main" w="0">
            <a:solidFill>
              <a:srgbClr val="17191F"/>
            </a:solidFill>
            <a:prstDash val="solid"/>
          </a:ln>
        </p:spPr>
      </p:sp>
      <p:sp>
        <p:nvSpPr>
          <p:cNvPr id="24" name="">
            <a:extLst xmlns:a="http://schemas.openxmlformats.org/drawingml/2006/main">
              <a:ext uri="{FF2B5EF4-FFF2-40B4-BE49-F238E27FC236}">
                <a16:creationId xmlns:a16="http://schemas.microsoft.com/office/drawing/2014/main" id="{5E600138-60C0-4DE0-838A-CEC751B0ACA2}"/>
              </a:ext>
            </a:extLst>
          </p:cNvPr>
          <p:cNvSpPr>
            <a:spLocks xmlns:a="http://schemas.openxmlformats.org/drawingml/2006/main" noGrp="1"/>
          </p:cNvSpPr>
          <p:nvPr/>
        </p:nvSpPr>
        <p:spPr>
          <a:xfrm xmlns:a="http://schemas.openxmlformats.org/drawingml/2006/main">
            <a:off x="5753100" y="14478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39A8F"/>
                </a:solidFill>
                <a:latin typeface="Arial"/>
                <a:ea typeface="Arial"/>
                <a:cs typeface="Arial"/>
              </a:defRPr>
            </a:pPr>
            <a:r>
              <a:rPr sz="900" b="1">
                <a:solidFill>
                  <a:srgbClr val="F39A8F"/>
                </a:solidFill>
                <a:latin typeface="Arial"/>
                <a:ea typeface="Arial"/>
                <a:cs typeface="Arial"/>
              </a:rPr>
              <a:t>SEBELUM PRODUCTION</a:t>
            </a:r>
          </a:p>
        </p:txBody>
      </p:sp>
      <p:sp>
        <p:nvSpPr>
          <p:cNvPr id="25" name="">
            <a:extLst xmlns:a="http://schemas.openxmlformats.org/drawingml/2006/main">
              <a:ext uri="{FF2B5EF4-FFF2-40B4-BE49-F238E27FC236}">
                <a16:creationId xmlns:a16="http://schemas.microsoft.com/office/drawing/2014/main" id="{6B9FF7D4-FF37-4D41-983D-DEB62B1E0EF6}"/>
              </a:ext>
            </a:extLst>
          </p:cNvPr>
          <p:cNvSpPr>
            <a:spLocks xmlns:a="http://schemas.openxmlformats.org/drawingml/2006/main" noGrp="1"/>
          </p:cNvSpPr>
          <p:nvPr/>
        </p:nvSpPr>
        <p:spPr>
          <a:xfrm xmlns:a="http://schemas.openxmlformats.org/drawingml/2006/main" rot="0">
            <a:off x="5753100" y="19050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26" name="">
            <a:extLst xmlns:a="http://schemas.openxmlformats.org/drawingml/2006/main">
              <a:ext uri="{FF2B5EF4-FFF2-40B4-BE49-F238E27FC236}">
                <a16:creationId xmlns:a16="http://schemas.microsoft.com/office/drawing/2014/main" id="{D14EB8B0-6188-4753-ADF3-2B520B61154B}"/>
              </a:ext>
            </a:extLst>
          </p:cNvPr>
          <p:cNvSpPr>
            <a:spLocks xmlns:a="http://schemas.openxmlformats.org/drawingml/2006/main" noGrp="1"/>
          </p:cNvSpPr>
          <p:nvPr/>
        </p:nvSpPr>
        <p:spPr>
          <a:xfrm xmlns:a="http://schemas.openxmlformats.org/drawingml/2006/main">
            <a:off x="5753100" y="20002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46074635-E68D-423D-8650-EFB583F8353B}"/>
              </a:ext>
            </a:extLst>
          </p:cNvPr>
          <p:cNvSpPr>
            <a:spLocks xmlns:a="http://schemas.openxmlformats.org/drawingml/2006/main" noGrp="1"/>
          </p:cNvSpPr>
          <p:nvPr/>
        </p:nvSpPr>
        <p:spPr>
          <a:xfrm xmlns:a="http://schemas.openxmlformats.org/drawingml/2006/main">
            <a:off x="6305550" y="18859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Hubungkan sistem</a:t>
            </a:r>
          </a:p>
        </p:txBody>
      </p:sp>
      <p:sp>
        <p:nvSpPr>
          <p:cNvPr id="28" name="">
            <a:extLst xmlns:a="http://schemas.openxmlformats.org/drawingml/2006/main">
              <a:ext uri="{FF2B5EF4-FFF2-40B4-BE49-F238E27FC236}">
                <a16:creationId xmlns:a16="http://schemas.microsoft.com/office/drawing/2014/main" id="{965AD4CB-8798-4778-B89F-DD0FAD646C26}"/>
              </a:ext>
            </a:extLst>
          </p:cNvPr>
          <p:cNvSpPr>
            <a:spLocks xmlns:a="http://schemas.openxmlformats.org/drawingml/2006/main" noGrp="1"/>
          </p:cNvSpPr>
          <p:nvPr/>
        </p:nvSpPr>
        <p:spPr>
          <a:xfrm xmlns:a="http://schemas.openxmlformats.org/drawingml/2006/main">
            <a:off x="6305550" y="21812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D7D6D2"/>
                </a:solidFill>
                <a:latin typeface="Arial"/>
                <a:ea typeface="Arial"/>
                <a:cs typeface="Arial"/>
              </a:defRPr>
            </a:pPr>
            <a:r>
              <a:rPr sz="1050" b="0">
                <a:solidFill>
                  <a:srgbClr val="D7D6D2"/>
                </a:solidFill>
                <a:latin typeface="Arial"/>
                <a:ea typeface="Arial"/>
                <a:cs typeface="Arial"/>
              </a:rPr>
              <a:t>Set env/domain, CORS, migration, consultant roster, dan queue.</a:t>
            </a:r>
          </a:p>
        </p:txBody>
      </p:sp>
      <p:sp>
        <p:nvSpPr>
          <p:cNvPr id="29" name="">
            <a:extLst xmlns:a="http://schemas.openxmlformats.org/drawingml/2006/main">
              <a:ext uri="{FF2B5EF4-FFF2-40B4-BE49-F238E27FC236}">
                <a16:creationId xmlns:a16="http://schemas.microsoft.com/office/drawing/2014/main" id="{73FD6F7F-F716-456B-995F-88BB1FA63881}"/>
              </a:ext>
            </a:extLst>
          </p:cNvPr>
          <p:cNvSpPr>
            <a:spLocks xmlns:a="http://schemas.openxmlformats.org/drawingml/2006/main" noGrp="1"/>
          </p:cNvSpPr>
          <p:nvPr/>
        </p:nvSpPr>
        <p:spPr>
          <a:xfrm xmlns:a="http://schemas.openxmlformats.org/drawingml/2006/main" rot="0">
            <a:off x="5753100" y="29718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30" name="">
            <a:extLst xmlns:a="http://schemas.openxmlformats.org/drawingml/2006/main">
              <a:ext uri="{FF2B5EF4-FFF2-40B4-BE49-F238E27FC236}">
                <a16:creationId xmlns:a16="http://schemas.microsoft.com/office/drawing/2014/main" id="{DB8CAFDF-ED1A-437D-86FB-F329AE53FF06}"/>
              </a:ext>
            </a:extLst>
          </p:cNvPr>
          <p:cNvSpPr>
            <a:spLocks xmlns:a="http://schemas.openxmlformats.org/drawingml/2006/main" noGrp="1"/>
          </p:cNvSpPr>
          <p:nvPr/>
        </p:nvSpPr>
        <p:spPr>
          <a:xfrm xmlns:a="http://schemas.openxmlformats.org/drawingml/2006/main">
            <a:off x="5753100" y="30670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58F5BEAD-8102-49E0-9625-786024112E99}"/>
              </a:ext>
            </a:extLst>
          </p:cNvPr>
          <p:cNvSpPr>
            <a:spLocks xmlns:a="http://schemas.openxmlformats.org/drawingml/2006/main" noGrp="1"/>
          </p:cNvSpPr>
          <p:nvPr/>
        </p:nvSpPr>
        <p:spPr>
          <a:xfrm xmlns:a="http://schemas.openxmlformats.org/drawingml/2006/main">
            <a:off x="6305550" y="2952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Kunci keputusan bisnis</a:t>
            </a:r>
          </a:p>
        </p:txBody>
      </p:sp>
      <p:sp>
        <p:nvSpPr>
          <p:cNvPr id="32" name="">
            <a:extLst xmlns:a="http://schemas.openxmlformats.org/drawingml/2006/main">
              <a:ext uri="{FF2B5EF4-FFF2-40B4-BE49-F238E27FC236}">
                <a16:creationId xmlns:a16="http://schemas.microsoft.com/office/drawing/2014/main" id="{21F95BB0-6483-4CF0-A861-12F789BB6AE0}"/>
              </a:ext>
            </a:extLst>
          </p:cNvPr>
          <p:cNvSpPr>
            <a:spLocks xmlns:a="http://schemas.openxmlformats.org/drawingml/2006/main" noGrp="1"/>
          </p:cNvSpPr>
          <p:nvPr/>
        </p:nvSpPr>
        <p:spPr>
          <a:xfrm xmlns:a="http://schemas.openxmlformats.org/drawingml/2006/main">
            <a:off x="6305550" y="32480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D7D6D2"/>
                </a:solidFill>
                <a:latin typeface="Arial"/>
                <a:ea typeface="Arial"/>
                <a:cs typeface="Arial"/>
              </a:defRPr>
            </a:pPr>
            <a:r>
              <a:rPr sz="1050" b="0">
                <a:solidFill>
                  <a:srgbClr val="D7D6D2"/>
                </a:solidFill>
                <a:latin typeface="Arial"/>
                <a:ea typeface="Arial"/>
                <a:cs typeface="Arial"/>
              </a:rPr>
              <a:t>Setujui scoring, SLA, privacy/retention, harga, promo, serta klaim.</a:t>
            </a:r>
          </a:p>
        </p:txBody>
      </p:sp>
      <p:sp>
        <p:nvSpPr>
          <p:cNvPr id="33" name="">
            <a:extLst xmlns:a="http://schemas.openxmlformats.org/drawingml/2006/main">
              <a:ext uri="{FF2B5EF4-FFF2-40B4-BE49-F238E27FC236}">
                <a16:creationId xmlns:a16="http://schemas.microsoft.com/office/drawing/2014/main" id="{8973AA7E-8892-47CE-A04B-93985DBF9C77}"/>
              </a:ext>
            </a:extLst>
          </p:cNvPr>
          <p:cNvSpPr>
            <a:spLocks xmlns:a="http://schemas.openxmlformats.org/drawingml/2006/main" noGrp="1"/>
          </p:cNvSpPr>
          <p:nvPr/>
        </p:nvSpPr>
        <p:spPr>
          <a:xfrm xmlns:a="http://schemas.openxmlformats.org/drawingml/2006/main" rot="0">
            <a:off x="5753100" y="4038600"/>
            <a:ext cx="381000" cy="381000"/>
          </a:xfrm>
          <a:prstGeom xmlns:a="http://schemas.openxmlformats.org/drawingml/2006/main" prst="ellipse">
            <a:avLst/>
          </a:prstGeom>
          <a:solidFill xmlns:a="http://schemas.openxmlformats.org/drawingml/2006/main">
            <a:srgbClr val="C6281C"/>
          </a:solidFill>
          <a:ln xmlns:a="http://schemas.openxmlformats.org/drawingml/2006/main" w="0">
            <a:solidFill>
              <a:srgbClr val="C6281C"/>
            </a:solidFill>
            <a:prstDash val="solid"/>
          </a:ln>
        </p:spPr>
      </p:sp>
      <p:sp>
        <p:nvSpPr>
          <p:cNvPr id="34" name="">
            <a:extLst xmlns:a="http://schemas.openxmlformats.org/drawingml/2006/main">
              <a:ext uri="{FF2B5EF4-FFF2-40B4-BE49-F238E27FC236}">
                <a16:creationId xmlns:a16="http://schemas.microsoft.com/office/drawing/2014/main" id="{06D509CC-F15E-4DBB-A2EE-BAB2FF804690}"/>
              </a:ext>
            </a:extLst>
          </p:cNvPr>
          <p:cNvSpPr>
            <a:spLocks xmlns:a="http://schemas.openxmlformats.org/drawingml/2006/main" noGrp="1"/>
          </p:cNvSpPr>
          <p:nvPr/>
        </p:nvSpPr>
        <p:spPr>
          <a:xfrm xmlns:a="http://schemas.openxmlformats.org/drawingml/2006/main">
            <a:off x="5753100" y="413385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35" name="">
            <a:extLst xmlns:a="http://schemas.openxmlformats.org/drawingml/2006/main">
              <a:ext uri="{FF2B5EF4-FFF2-40B4-BE49-F238E27FC236}">
                <a16:creationId xmlns:a16="http://schemas.microsoft.com/office/drawing/2014/main" id="{1158B33B-F6DC-432D-8CA9-F5CB5AF38BAD}"/>
              </a:ext>
            </a:extLst>
          </p:cNvPr>
          <p:cNvSpPr>
            <a:spLocks xmlns:a="http://schemas.openxmlformats.org/drawingml/2006/main" noGrp="1"/>
          </p:cNvSpPr>
          <p:nvPr/>
        </p:nvSpPr>
        <p:spPr>
          <a:xfrm xmlns:a="http://schemas.openxmlformats.org/drawingml/2006/main">
            <a:off x="6305550" y="40195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Buktikan end-to-end</a:t>
            </a:r>
          </a:p>
        </p:txBody>
      </p:sp>
      <p:sp>
        <p:nvSpPr>
          <p:cNvPr id="36" name="">
            <a:extLst xmlns:a="http://schemas.openxmlformats.org/drawingml/2006/main">
              <a:ext uri="{FF2B5EF4-FFF2-40B4-BE49-F238E27FC236}">
                <a16:creationId xmlns:a16="http://schemas.microsoft.com/office/drawing/2014/main" id="{57678266-BA90-4DF1-B77A-A0C348DC5BDA}"/>
              </a:ext>
            </a:extLst>
          </p:cNvPr>
          <p:cNvSpPr>
            <a:spLocks xmlns:a="http://schemas.openxmlformats.org/drawingml/2006/main" noGrp="1"/>
          </p:cNvSpPr>
          <p:nvPr/>
        </p:nvSpPr>
        <p:spPr>
          <a:xfrm xmlns:a="http://schemas.openxmlformats.org/drawingml/2006/main">
            <a:off x="6305550" y="43148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D7D6D2"/>
                </a:solidFill>
                <a:latin typeface="Arial"/>
                <a:ea typeface="Arial"/>
                <a:cs typeface="Arial"/>
              </a:defRPr>
            </a:pPr>
            <a:r>
              <a:rPr sz="1050" b="0">
                <a:solidFill>
                  <a:srgbClr val="D7D6D2"/>
                </a:solidFill>
                <a:latin typeface="Arial"/>
                <a:ea typeface="Arial"/>
                <a:cs typeface="Arial"/>
              </a:rPr>
              <a:t>Submit staging → database → dashboard → WhatsApp; lalu GA4 dan Lighthouse production.</a:t>
            </a:r>
          </a:p>
        </p:txBody>
      </p:sp>
      <p:sp>
        <p:nvSpPr>
          <p:cNvPr id="37" name="">
            <a:extLst xmlns:a="http://schemas.openxmlformats.org/drawingml/2006/main">
              <a:ext uri="{FF2B5EF4-FFF2-40B4-BE49-F238E27FC236}">
                <a16:creationId xmlns:a16="http://schemas.microsoft.com/office/drawing/2014/main" id="{B6F7AA73-EC31-48F2-93A9-69E5E955DBA4}"/>
              </a:ext>
            </a:extLst>
          </p:cNvPr>
          <p:cNvSpPr>
            <a:spLocks xmlns:a="http://schemas.openxmlformats.org/drawingml/2006/main" noGrp="1"/>
          </p:cNvSpPr>
          <p:nvPr/>
        </p:nvSpPr>
        <p:spPr>
          <a:xfrm xmlns:a="http://schemas.openxmlformats.org/drawingml/2006/main" rot="0">
            <a:off x="571500" y="5581650"/>
            <a:ext cx="11068050" cy="666750"/>
          </a:xfrm>
          <a:prstGeom xmlns:a="http://schemas.openxmlformats.org/drawingml/2006/main" prst="roundRect">
            <a:avLst>
              <a:gd name="adj" fmla="val 11429"/>
            </a:avLst>
          </a:prstGeom>
          <a:solidFill xmlns:a="http://schemas.openxmlformats.org/drawingml/2006/main">
            <a:srgbClr val="C6281C"/>
          </a:solidFill>
          <a:ln xmlns:a="http://schemas.openxmlformats.org/drawingml/2006/main" w="0">
            <a:solidFill>
              <a:srgbClr val="C6281C"/>
            </a:solidFill>
            <a:prstDash val="solid"/>
          </a:ln>
        </p:spPr>
      </p:sp>
      <p:sp>
        <p:nvSpPr>
          <p:cNvPr id="38" name="">
            <a:extLst xmlns:a="http://schemas.openxmlformats.org/drawingml/2006/main">
              <a:ext uri="{FF2B5EF4-FFF2-40B4-BE49-F238E27FC236}">
                <a16:creationId xmlns:a16="http://schemas.microsoft.com/office/drawing/2014/main" id="{D5AFB1C3-8271-4054-96DF-194E9CF5DE39}"/>
              </a:ext>
            </a:extLst>
          </p:cNvPr>
          <p:cNvSpPr>
            <a:spLocks xmlns:a="http://schemas.openxmlformats.org/drawingml/2006/main" noGrp="1"/>
          </p:cNvSpPr>
          <p:nvPr/>
        </p:nvSpPr>
        <p:spPr>
          <a:xfrm xmlns:a="http://schemas.openxmlformats.org/drawingml/2006/main">
            <a:off x="781050" y="5791200"/>
            <a:ext cx="1314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D9D4"/>
                </a:solidFill>
                <a:latin typeface="Arial"/>
                <a:ea typeface="Arial"/>
                <a:cs typeface="Arial"/>
              </a:defRPr>
            </a:pPr>
            <a:r>
              <a:rPr sz="825" b="1">
                <a:solidFill>
                  <a:srgbClr val="FFD9D4"/>
                </a:solidFill>
                <a:latin typeface="Arial"/>
                <a:ea typeface="Arial"/>
                <a:cs typeface="Arial"/>
              </a:rPr>
              <a:t>REKOMENDASI</a:t>
            </a:r>
          </a:p>
        </p:txBody>
      </p:sp>
      <p:sp>
        <p:nvSpPr>
          <p:cNvPr id="39" name="">
            <a:extLst xmlns:a="http://schemas.openxmlformats.org/drawingml/2006/main">
              <a:ext uri="{FF2B5EF4-FFF2-40B4-BE49-F238E27FC236}">
                <a16:creationId xmlns:a16="http://schemas.microsoft.com/office/drawing/2014/main" id="{C6140498-7867-4D90-866F-67798F03619D}"/>
              </a:ext>
            </a:extLst>
          </p:cNvPr>
          <p:cNvSpPr>
            <a:spLocks xmlns:a="http://schemas.openxmlformats.org/drawingml/2006/main" noGrp="1"/>
          </p:cNvSpPr>
          <p:nvPr/>
        </p:nvSpPr>
        <p:spPr>
          <a:xfrm xmlns:a="http://schemas.openxmlformats.org/drawingml/2006/main">
            <a:off x="2209800" y="5715000"/>
            <a:ext cx="9029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Lanjut ke staging terkontrol—ukur conversion, jangan mengulang redesign dari nol.</a:t>
            </a:r>
          </a:p>
        </p:txBody>
      </p:sp>
    </p:spTree>
    <p:extLst>
      <p:ext uri="{BB962C8B-B14F-4D97-AF65-F5344CB8AC3E}">
        <p14:creationId xmlns:p14="http://schemas.microsoft.com/office/powerpoint/2010/main" val="1093215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60241" dir="4293903">
              <a:srgbClr val="000000">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2026-08-30T13:45:33.7310000Z</dcterms:created>
  <dcterms:modified xsi:type="dcterms:W3CDTF">2026-08-30T13:45:33.7310000Z</dcterms:modified>
</coreProperties>
</file>