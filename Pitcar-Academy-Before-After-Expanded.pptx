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a69d0f0ad243ba" /><Relationship Type="http://schemas.openxmlformats.org/officeDocument/2006/relationships/extended-properties" Target="/docProps/app.xml" Id="Rd919f54281bb4020" /><Relationship Type="http://schemas.openxmlformats.org/officeDocument/2006/relationships/officeDocument" Target="/ppt/presentation.xml" Id="R2ad9afb9fee14c8b" /></Relationships>
</file>

<file path=ppt/presentation.xml><?xml version="1.0" encoding="utf-8"?>
<p:presentation xmlns:p="http://schemas.openxmlformats.org/presentationml/2006/main">
  <p:sldMasterIdLst>
    <p:sldMasterId xmlns:r="http://schemas.openxmlformats.org/officeDocument/2006/relationships" id="2147483648" r:id="Rd8809367f2f4478b"/>
  </p:sldMasterIdLst>
  <p:notesMasterIdLst>
    <p:notesMasterId xmlns:r="http://schemas.openxmlformats.org/officeDocument/2006/relationships" r:id="R5ba2201115104ddb"/>
  </p:notesMasterIdLst>
  <p:sldIdLst>
    <p:sldId xmlns:r="http://schemas.openxmlformats.org/officeDocument/2006/relationships" id="256" r:id="Rc14f72d02aad4578"/>
    <p:sldId xmlns:r="http://schemas.openxmlformats.org/officeDocument/2006/relationships" id="257" r:id="Rd06dfb10229a4ab3"/>
    <p:sldId xmlns:r="http://schemas.openxmlformats.org/officeDocument/2006/relationships" id="258" r:id="Rf4edf95a5a424cc9"/>
    <p:sldId xmlns:r="http://schemas.openxmlformats.org/officeDocument/2006/relationships" id="259" r:id="Ra26d99ee74fb42ba"/>
    <p:sldId xmlns:r="http://schemas.openxmlformats.org/officeDocument/2006/relationships" id="260" r:id="R8497d75994bb447c"/>
    <p:sldId xmlns:r="http://schemas.openxmlformats.org/officeDocument/2006/relationships" id="261" r:id="R43104211759a4f66"/>
    <p:sldId xmlns:r="http://schemas.openxmlformats.org/officeDocument/2006/relationships" id="262" r:id="R5758ae8897324d31"/>
    <p:sldId xmlns:r="http://schemas.openxmlformats.org/officeDocument/2006/relationships" id="263" r:id="R68f6cd4747de4912"/>
    <p:sldId xmlns:r="http://schemas.openxmlformats.org/officeDocument/2006/relationships" id="264" r:id="R11daa338a6fe4292"/>
    <p:sldId xmlns:r="http://schemas.openxmlformats.org/officeDocument/2006/relationships" id="265" r:id="Rc88364ac472e4394"/>
    <p:sldId xmlns:r="http://schemas.openxmlformats.org/officeDocument/2006/relationships" id="266" r:id="R34935db67d6840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cb0d703dca4b2b" /><Relationship Type="http://schemas.openxmlformats.org/officeDocument/2006/relationships/slideMaster" Target="/ppt/slideMasters/slideMaster1.xml" Id="Rd8809367f2f4478b" /><Relationship Type="http://schemas.openxmlformats.org/officeDocument/2006/relationships/notesMaster" Target="/ppt/notesMasters/notesMaster1.xml" Id="R5ba2201115104ddb" /><Relationship Type="http://schemas.openxmlformats.org/officeDocument/2006/relationships/presProps" Target="/ppt/presProps.xml" Id="Rcd125e9da0ef4ac0" /><Relationship Type="http://schemas.openxmlformats.org/officeDocument/2006/relationships/tableStyles" Target="/ppt/tableStyles.xml" Id="Ra7ed8b52c3a54b6a" /><Relationship Type="http://schemas.openxmlformats.org/officeDocument/2006/relationships/slide" Target="/ppt/slides/slide1.xml" Id="Rc14f72d02aad4578" /><Relationship Type="http://schemas.openxmlformats.org/officeDocument/2006/relationships/slide" Target="/ppt/slides/slide2.xml" Id="Rd06dfb10229a4ab3" /><Relationship Type="http://schemas.openxmlformats.org/officeDocument/2006/relationships/slide" Target="/ppt/slides/slide3.xml" Id="Rf4edf95a5a424cc9" /><Relationship Type="http://schemas.openxmlformats.org/officeDocument/2006/relationships/slide" Target="/ppt/slides/slide4.xml" Id="Ra26d99ee74fb42ba" /><Relationship Type="http://schemas.openxmlformats.org/officeDocument/2006/relationships/slide" Target="/ppt/slides/slide5.xml" Id="R8497d75994bb447c" /><Relationship Type="http://schemas.openxmlformats.org/officeDocument/2006/relationships/slide" Target="/ppt/slides/slide6.xml" Id="R43104211759a4f66" /><Relationship Type="http://schemas.openxmlformats.org/officeDocument/2006/relationships/slide" Target="/ppt/slides/slide7.xml" Id="R5758ae8897324d31" /><Relationship Type="http://schemas.openxmlformats.org/officeDocument/2006/relationships/slide" Target="/ppt/slides/slide8.xml" Id="R68f6cd4747de4912" /><Relationship Type="http://schemas.openxmlformats.org/officeDocument/2006/relationships/slide" Target="/ppt/slides/slide9.xml" Id="R11daa338a6fe4292" /><Relationship Type="http://schemas.openxmlformats.org/officeDocument/2006/relationships/slide" Target="/ppt/slides/slide10.xml" Id="Rc88364ac472e4394" /><Relationship Type="http://schemas.openxmlformats.org/officeDocument/2006/relationships/slide" Target="/ppt/slides/slide11.xml" Id="R34935db67d6840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2db95592144f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60241" dir="4293903">
              <a:srgbClr val="000000">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73214d6f6c42ad" /><Relationship Type="http://schemas.openxmlformats.org/officeDocument/2006/relationships/notesMaster" Target="/ppt/notesMasters/notesMaster1.xml" Id="Re32f20f1a73245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f3d3a1d3944569" /><Relationship Type="http://schemas.openxmlformats.org/officeDocument/2006/relationships/notesMaster" Target="/ppt/notesMasters/notesMaster1.xml" Id="Rd696b514682047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1e7c323426400f" /><Relationship Type="http://schemas.openxmlformats.org/officeDocument/2006/relationships/notesMaster" Target="/ppt/notesMasters/notesMaster1.xml" Id="R0aa62f0106f344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e2381264414326" /><Relationship Type="http://schemas.openxmlformats.org/officeDocument/2006/relationships/notesMaster" Target="/ppt/notesMasters/notesMaster1.xml" Id="R2fea6de2530c48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d8bdf2b57948ef" /><Relationship Type="http://schemas.openxmlformats.org/officeDocument/2006/relationships/notesMaster" Target="/ppt/notesMasters/notesMaster1.xml" Id="R2d470dbc8bf44b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49ceea595d40da" /><Relationship Type="http://schemas.openxmlformats.org/officeDocument/2006/relationships/notesMaster" Target="/ppt/notesMasters/notesMaster1.xml" Id="R407c2867ad494a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6a12ffdab64f1f" /><Relationship Type="http://schemas.openxmlformats.org/officeDocument/2006/relationships/notesMaster" Target="/ppt/notesMasters/notesMaster1.xml" Id="R946ff632ade04e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afb473a94e40a0" /><Relationship Type="http://schemas.openxmlformats.org/officeDocument/2006/relationships/notesMaster" Target="/ppt/notesMasters/notesMaster1.xml" Id="Rfe5111a445af48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ff26985da24f2f" /><Relationship Type="http://schemas.openxmlformats.org/officeDocument/2006/relationships/notesMaster" Target="/ppt/notesMasters/notesMaster1.xml" Id="R29b07a803d764e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55b1f69e2742d2" /><Relationship Type="http://schemas.openxmlformats.org/officeDocument/2006/relationships/notesMaster" Target="/ppt/notesMasters/notesMaster1.xml" Id="R58f73dac688c4d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064403c6a34435" /><Relationship Type="http://schemas.openxmlformats.org/officeDocument/2006/relationships/notesMaster" Target="/ppt/notesMasters/notesMaster1.xml" Id="Rdbce9b7a89d84e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Buka dengan konteks bahwa ini bukan sekadar pergantian warna. Fokus presentasi adalah perubahan positioning, hierarki informasi, dan kesiapan funnel agar website lebih mudah dipercaya serta lebih mudah ditindaklanjuti oleh tim sales.</a:t>
            </a:r>
          </a:p>
          <a:p xmlns:a="http://schemas.openxmlformats.org/drawingml/2006/main">
            <a:r>
              <a:t/>
            </a:r>
          </a:p>
          <a:p xmlns:a="http://schemas.openxmlformats.org/drawingml/2006/main">
            <a:r>
              <a:t>[Sources]</a:t>
            </a:r>
          </a:p>
          <a:p xmlns:a="http://schemas.openxmlformats.org/drawingml/2006/main">
            <a:r>
              <a:t>- Current repository screenshot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Tekankan pergeseran urutan persuasi. Versi lama menarik secara emosional, tetapi menumpuk outcome dan benefit sejak awal. Versi baru memulai dari konteks yang konkret—bengkel nyata—lalu membuktikan metode dan baru mengarahkan ke pilihan program.</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 adalah slide utama untuk pembacaan before/after. Arahkan audiens melihat tiga hal: perubahan kata pertama yang dibaca, perubahan suasana visual, lalu perubahan pilihan tindakan. Kedua screenshot diambil dari build lokal dengan ukuran desktop yang sama.</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Bandingkan cara menjelaskan metode. Versi lama menampilkan kumpulan keunggulan yang setara, sehingga peserta harus menyusun sendiri urutan belajarnya. Versi baru menunjukkan lima tahap yang konkret dan berurutan, sehingga proses belajar lebih mudah dibayangkan.</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 lama melompat ke prospek karier setelah lulus. Versi baru memecah pengalaman peserta menjadi enam fase sejak hari pertama, sehingga aktivitas, ritme, dan komitmen waktu terasa lebih dekat serta realistis.</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Bagian program kini bekerja sebagai alat memilih. Informasi fit peserta, outcome, durasi, OJT, dan harga ditempatkan dalam struktur yang dapat dibandingkan, bukan sekadar tumpukan benefit dan promo.</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 baru mengubah galeri menjadi evidence section. Setiap visual tidak hanya menunjukkan suasana, tetapi menjelaskan tools dan fungsi belajarnya. Bukti operasional ini memperkuat klaim bahwa pembelajaran berlangsung di bengkel aktif.</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baru mengurangi beban awal dan mempertahankan konteks minimum yang dibutuhkan Education Consultant. Data contoh yang terlihat pada screenshot adalah data QA sintetis, bukan data pengguna.</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docs/lead-api-contract.md.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Koreksi utama ada pada card 02. Pada versi Before, jalur konsultasi masih langsung menuju WhatsApp tanpa short form. Pada versi After, short form mengumpulkan konteks minimum sebelum chat, sehingga Education Consultant menerima lead yang lebih siap ditindaklanjuti.</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a:p xmlns:a="http://schemas.openxmlformats.org/drawingml/2006/main">
            <a:r>
              <a:t>- Internal repository: docs/lead-api-contract.md.</a:t>
            </a:r>
          </a:p>
          <a:p xmlns:a="http://schemas.openxmlformats.org/drawingml/2006/main">
            <a:r>
              <a:t>- Internal repository: docs/release-checklist.md.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Perubahan visual dan backend saling melengkapi. Form tidak dibuat untuk menggantikan WhatsApp, tetapi untuk memastikan intent dan attribution tercatat sebelum percakapan. Backend mengendalikan validasi, idempotency, scoring, routing consultant, dan deep link WhatsApp.</a:t>
            </a:r>
          </a:p>
          <a:p xmlns:a="http://schemas.openxmlformats.org/drawingml/2006/main">
            <a:r>
              <a:t/>
            </a:r>
          </a:p>
          <a:p xmlns:a="http://schemas.openxmlformats.org/drawingml/2006/main">
            <a:r>
              <a:t>[Sources]</a:t>
            </a:r>
          </a:p>
          <a:p xmlns:a="http://schemas.openxmlformats.org/drawingml/2006/main">
            <a:r>
              <a:t>- Internal repository: docs/lead-api-contract.md.</a:t>
            </a:r>
          </a:p>
          <a:p xmlns:a="http://schemas.openxmlformats.org/drawingml/2006/main">
            <a:r>
              <a:t>- Current repository implementation: src/components/LeadForm.astro and backend/.</a:t>
            </a:r>
          </a:p>
          <a:p xmlns:a="http://schemas.openxmlformats.org/drawingml/2006/main">
            <a:r>
              <a:t>- Form screenshot captured from current local build on 2026-08-30; displayed data is synthetic QA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Tutup dengan keputusan yang jelas. Redesign dan fondasi sistem sudah cukup untuk masuk staging. Fokus berikutnya bukan menambah section baru, melainkan menghubungkan environment, menyetujui rule bisnis, lalu membuktikan jalur lead dari frontend sampai tindak lanjut sales.</a:t>
            </a:r>
          </a:p>
          <a:p xmlns:a="http://schemas.openxmlformats.org/drawingml/2006/main">
            <a:r>
              <a:t/>
            </a:r>
          </a:p>
          <a:p xmlns:a="http://schemas.openxmlformats.org/drawingml/2006/main">
            <a:r>
              <a:t>[Sources]</a:t>
            </a:r>
          </a:p>
          <a:p xmlns:a="http://schemas.openxmlformats.org/drawingml/2006/main">
            <a:r>
              <a:t>- Internal repository: docs/release-checklist.md.</a:t>
            </a:r>
          </a:p>
          <a:p xmlns:a="http://schemas.openxmlformats.org/drawingml/2006/main">
            <a:r>
              <a:t>- Internal repository: docs/environment-setup.md.</a:t>
            </a:r>
          </a:p>
          <a:p xmlns:a="http://schemas.openxmlformats.org/drawingml/2006/main">
            <a:r>
              <a:t>- Current repository implementation under backend/ and src/.</a:t>
            </a:r>
          </a:p>
          <a:p xmlns:a="http://schemas.openxmlformats.org/drawingml/2006/main">
            <a:r>
              <a:t>- Local build verification completed for baseline and current versions on 2026-08-30.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5659c713b948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564c3834f940e8" /><Relationship Type="http://schemas.openxmlformats.org/officeDocument/2006/relationships/slideLayout" Target="/ppt/slideLayouts/slideLayout1.xml" Id="R0e036588f43e47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036588f43e47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60241" dir="4293903">
              <a:srgbClr val="000000">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7e25f2c3b344a6" /><Relationship Type="http://schemas.openxmlformats.org/officeDocument/2006/relationships/image" Target="/ppt/media/image.jpeg" Id="R756f0222e33e4023" /><Relationship Type="http://schemas.openxmlformats.org/officeDocument/2006/relationships/notesSlide" Target="/ppt/notesSlides/notesSlide1.xml" Id="R698f87b14c114b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54704fb70a47f0" /><Relationship Type="http://schemas.openxmlformats.org/officeDocument/2006/relationships/notesSlide" Target="/ppt/notesSlides/notesSlide2.xml" Id="Rd98a228bfe9340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86b3ced34541c5" /><Relationship Type="http://schemas.openxmlformats.org/officeDocument/2006/relationships/image" Target="/ppt/media/image2.jpeg" Id="R4609326cb2214b1b" /><Relationship Type="http://schemas.openxmlformats.org/officeDocument/2006/relationships/image" Target="/ppt/media/image3.jpeg" Id="Rac93dfe80d0745df" /><Relationship Type="http://schemas.openxmlformats.org/officeDocument/2006/relationships/notesSlide" Target="/ppt/notesSlides/notesSlide3.xml" Id="R21012434e5a045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761c7d0e9a474b" /><Relationship Type="http://schemas.openxmlformats.org/officeDocument/2006/relationships/image" Target="/ppt/media/image2.jpeg" Id="R7aca1c95dfc64ed6" /><Relationship Type="http://schemas.openxmlformats.org/officeDocument/2006/relationships/image" Target="/ppt/media/image3.jpeg" Id="R7f731b51b5744679" /><Relationship Type="http://schemas.openxmlformats.org/officeDocument/2006/relationships/image" Target="/ppt/media/image4.jpeg" Id="Rca74be24285042c9" /><Relationship Type="http://schemas.openxmlformats.org/officeDocument/2006/relationships/image" Target="/ppt/media/image5.jpeg" Id="R72064244c2a14876" /><Relationship Type="http://schemas.openxmlformats.org/officeDocument/2006/relationships/notesSlide" Target="/ppt/notesSlides/notesSlide4.xml" Id="Ra393e102f32041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8c84bf76164eb6" /><Relationship Type="http://schemas.openxmlformats.org/officeDocument/2006/relationships/image" Target="/ppt/media/image2.jpeg" Id="Ra6ca1b14a34c4fdf" /><Relationship Type="http://schemas.openxmlformats.org/officeDocument/2006/relationships/image" Target="/ppt/media/image3.jpeg" Id="R8685d2d19ba24213" /><Relationship Type="http://schemas.openxmlformats.org/officeDocument/2006/relationships/image" Target="/ppt/media/image6.jpeg" Id="Rf31474408d6d4547" /><Relationship Type="http://schemas.openxmlformats.org/officeDocument/2006/relationships/image" Target="/ppt/media/image7.jpeg" Id="R98c10b4c4f73446f" /><Relationship Type="http://schemas.openxmlformats.org/officeDocument/2006/relationships/notesSlide" Target="/ppt/notesSlides/notesSlide5.xml" Id="R748d063bbe954f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bf3c886d034ec9" /><Relationship Type="http://schemas.openxmlformats.org/officeDocument/2006/relationships/image" Target="/ppt/media/image2.jpeg" Id="Rf0b95f755019467d" /><Relationship Type="http://schemas.openxmlformats.org/officeDocument/2006/relationships/image" Target="/ppt/media/image3.jpeg" Id="R661259db34fd4eaf" /><Relationship Type="http://schemas.openxmlformats.org/officeDocument/2006/relationships/image" Target="/ppt/media/image8.jpeg" Id="Rb607769856144f29" /><Relationship Type="http://schemas.openxmlformats.org/officeDocument/2006/relationships/image" Target="/ppt/media/image9.jpeg" Id="R6f6a800d431040d2" /><Relationship Type="http://schemas.openxmlformats.org/officeDocument/2006/relationships/notesSlide" Target="/ppt/notesSlides/notesSlide6.xml" Id="Re79cb19bac2d4e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6530086e33486e" /><Relationship Type="http://schemas.openxmlformats.org/officeDocument/2006/relationships/image" Target="/ppt/media/image2.jpeg" Id="R6caca79986064a25" /><Relationship Type="http://schemas.openxmlformats.org/officeDocument/2006/relationships/image" Target="/ppt/media/image3.jpeg" Id="Rb35f068adcc44e64" /><Relationship Type="http://schemas.openxmlformats.org/officeDocument/2006/relationships/image" Target="/ppt/media/image10.jpeg" Id="R62dc5f43bfd94a9c" /><Relationship Type="http://schemas.openxmlformats.org/officeDocument/2006/relationships/image" Target="/ppt/media/image11.jpeg" Id="R4d1d6db9dfd84d9d" /><Relationship Type="http://schemas.openxmlformats.org/officeDocument/2006/relationships/notesSlide" Target="/ppt/notesSlides/notesSlide7.xml" Id="Rfc0abd480a9b47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16348f4faa4cc4" /><Relationship Type="http://schemas.openxmlformats.org/officeDocument/2006/relationships/image" Target="/ppt/media/image2.jpeg" Id="R53afd3075d4b4bd7" /><Relationship Type="http://schemas.openxmlformats.org/officeDocument/2006/relationships/image" Target="/ppt/media/image3.jpeg" Id="R195e7eeb42364b89" /><Relationship Type="http://schemas.openxmlformats.org/officeDocument/2006/relationships/image" Target="/ppt/media/image12.jpeg" Id="R0d6c894c6ccb4c99" /><Relationship Type="http://schemas.openxmlformats.org/officeDocument/2006/relationships/image" Target="/ppt/media/image13.jpeg" Id="R67f648b7eb824234" /><Relationship Type="http://schemas.openxmlformats.org/officeDocument/2006/relationships/notesSlide" Target="/ppt/notesSlides/notesSlide8.xml" Id="R67a497c1bc594d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f71a779fbf4a47" /><Relationship Type="http://schemas.openxmlformats.org/officeDocument/2006/relationships/notesSlide" Target="/ppt/notesSlides/notesSlide9.xml" Id="R6c3147051a1d48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a1307f0e1348d7" /><Relationship Type="http://schemas.openxmlformats.org/officeDocument/2006/relationships/image" Target="/ppt/media/image14.jpeg" Id="R13820b6b64a84d2b" /><Relationship Type="http://schemas.openxmlformats.org/officeDocument/2006/relationships/notesSlide" Target="/ppt/notesSlides/notesSlide10.xml" Id="R708be72ff16d41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e834b64228a49d7" /><Relationship Type="http://schemas.openxmlformats.org/officeDocument/2006/relationships/notesSlide" Target="/ppt/notesSlides/notesSlide11.xml" Id="R5b7ee5ee81fb4b31" /></Relationships>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B06196-BD3D-4776-B4F2-7CE6B457F577}"/>
              </a:ext>
            </a:extLst>
          </p:cNvPr>
          <p:cNvSpPr>
            <a:spLocks xmlns:a="http://schemas.openxmlformats.org/drawingml/2006/main" noGrp="1"/>
          </p:cNvSpPr>
          <p:nvPr/>
        </p:nvSpPr>
        <p:spPr>
          <a:xfrm xmlns:a="http://schemas.openxmlformats.org/drawingml/2006/main" rot="0">
            <a:off x="0" y="0"/>
            <a:ext cx="114300" cy="68580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C17F186A-ECA5-4D15-8889-C2E23C6177BC}"/>
              </a:ext>
            </a:extLst>
          </p:cNvPr>
          <p:cNvSpPr>
            <a:spLocks xmlns:a="http://schemas.openxmlformats.org/drawingml/2006/main" noGrp="1"/>
          </p:cNvSpPr>
          <p:nvPr/>
        </p:nvSpPr>
        <p:spPr>
          <a:xfrm xmlns:a="http://schemas.openxmlformats.org/drawingml/2006/main" rot="0">
            <a:off x="5695950" y="0"/>
            <a:ext cx="6496050" cy="6858000"/>
          </a:xfrm>
          <a:prstGeom xmlns:a="http://schemas.openxmlformats.org/drawingml/2006/main" prst="rect">
            <a:avLst/>
          </a:prstGeom>
          <a:solidFill xmlns:a="http://schemas.openxmlformats.org/drawingml/2006/main">
            <a:srgbClr val="17191F"/>
          </a:solidFill>
          <a:ln xmlns:a="http://schemas.openxmlformats.org/drawingml/2006/main" w="0">
            <a:solidFill>
              <a:srgbClr val="17191F"/>
            </a:solidFill>
            <a:prstDash val="solid"/>
          </a:ln>
        </p:spPr>
      </p:sp>
      <p:sp>
        <p:nvSpPr>
          <p:cNvPr id="3" name="">
            <a:extLst xmlns:a="http://schemas.openxmlformats.org/drawingml/2006/main">
              <a:ext uri="{FF2B5EF4-FFF2-40B4-BE49-F238E27FC236}">
                <a16:creationId xmlns:a16="http://schemas.microsoft.com/office/drawing/2014/main" id="{84E95BCF-A692-49C2-99EA-C9831C5E609F}"/>
              </a:ext>
            </a:extLst>
          </p:cNvPr>
          <p:cNvSpPr>
            <a:spLocks xmlns:a="http://schemas.openxmlformats.org/drawingml/2006/main" noGrp="1"/>
          </p:cNvSpPr>
          <p:nvPr/>
        </p:nvSpPr>
        <p:spPr>
          <a:xfrm xmlns:a="http://schemas.openxmlformats.org/drawingml/2006/main">
            <a:off x="514350" y="5143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C6281C"/>
                </a:solidFill>
                <a:latin typeface="Arial"/>
                <a:ea typeface="Arial"/>
                <a:cs typeface="Arial"/>
              </a:defRPr>
            </a:pPr>
            <a:r>
              <a:rPr sz="1050" b="1">
                <a:solidFill>
                  <a:srgbClr val="C6281C"/>
                </a:solidFill>
                <a:latin typeface="Arial"/>
                <a:ea typeface="Arial"/>
                <a:cs typeface="Arial"/>
              </a:rPr>
              <a:t>PITCAR ACADEMY</a:t>
            </a:r>
          </a:p>
        </p:txBody>
      </p:sp>
      <p:sp>
        <p:nvSpPr>
          <p:cNvPr id="4" name="">
            <a:extLst xmlns:a="http://schemas.openxmlformats.org/drawingml/2006/main">
              <a:ext uri="{FF2B5EF4-FFF2-40B4-BE49-F238E27FC236}">
                <a16:creationId xmlns:a16="http://schemas.microsoft.com/office/drawing/2014/main" id="{E6FB603A-6B73-48AC-9A17-7EC7658A483E}"/>
              </a:ext>
            </a:extLst>
          </p:cNvPr>
          <p:cNvSpPr>
            <a:spLocks xmlns:a="http://schemas.openxmlformats.org/drawingml/2006/main" noGrp="1"/>
          </p:cNvSpPr>
          <p:nvPr/>
        </p:nvSpPr>
        <p:spPr>
          <a:xfrm xmlns:a="http://schemas.openxmlformats.org/drawingml/2006/main">
            <a:off x="514350" y="1390650"/>
            <a:ext cx="49530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900" b="1">
                <a:solidFill>
                  <a:srgbClr val="0B0B0B"/>
                </a:solidFill>
                <a:latin typeface="Arial"/>
                <a:ea typeface="Arial"/>
                <a:cs typeface="Arial"/>
              </a:defRPr>
            </a:pPr>
            <a:r>
              <a:rPr sz="3900" b="1">
                <a:solidFill>
                  <a:srgbClr val="0B0B0B"/>
                </a:solidFill>
                <a:latin typeface="Arial"/>
                <a:ea typeface="Arial"/>
                <a:cs typeface="Arial"/>
              </a:rPr>
              <a:t>WEBSITE</a:t>
            </a:r>
          </a:p>
          <a:p xmlns:a="http://schemas.openxmlformats.org/drawingml/2006/main">
            <a:pPr algn="l">
              <a:buNone/>
              <a:defRPr sz="3900" b="1">
                <a:solidFill>
                  <a:srgbClr val="0B0B0B"/>
                </a:solidFill>
                <a:latin typeface="Arial"/>
                <a:ea typeface="Arial"/>
                <a:cs typeface="Arial"/>
              </a:defRPr>
            </a:pPr>
            <a:r>
              <a:rPr sz="3900" b="1">
                <a:solidFill>
                  <a:srgbClr val="0B0B0B"/>
                </a:solidFill>
                <a:latin typeface="Arial"/>
                <a:ea typeface="Arial"/>
                <a:cs typeface="Arial"/>
              </a:rPr>
              <a:t>BEFORE &amp; AFTER</a:t>
            </a:r>
          </a:p>
        </p:txBody>
      </p:sp>
      <p:sp>
        <p:nvSpPr>
          <p:cNvPr id="5" name="">
            <a:extLst xmlns:a="http://schemas.openxmlformats.org/drawingml/2006/main">
              <a:ext uri="{FF2B5EF4-FFF2-40B4-BE49-F238E27FC236}">
                <a16:creationId xmlns:a16="http://schemas.microsoft.com/office/drawing/2014/main" id="{477A4D5E-AAB4-42C6-9417-5469EF546A2A}"/>
              </a:ext>
            </a:extLst>
          </p:cNvPr>
          <p:cNvSpPr>
            <a:spLocks xmlns:a="http://schemas.openxmlformats.org/drawingml/2006/main" noGrp="1"/>
          </p:cNvSpPr>
          <p:nvPr/>
        </p:nvSpPr>
        <p:spPr>
          <a:xfrm xmlns:a="http://schemas.openxmlformats.org/drawingml/2006/main">
            <a:off x="514350" y="3371850"/>
            <a:ext cx="4533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0">
                <a:solidFill>
                  <a:srgbClr val="5F5E5A"/>
                </a:solidFill>
                <a:latin typeface="Arial"/>
                <a:ea typeface="Arial"/>
                <a:cs typeface="Arial"/>
              </a:defRPr>
            </a:pPr>
            <a:r>
              <a:rPr sz="1650" b="0">
                <a:solidFill>
                  <a:srgbClr val="5F5E5A"/>
                </a:solidFill>
                <a:latin typeface="Arial"/>
                <a:ea typeface="Arial"/>
                <a:cs typeface="Arial"/>
              </a:rPr>
              <a:t>Dari landing page bergaya kampanye menjadi institusi vokasi yang jelas, kredibel, dan siap mengelola lead.</a:t>
            </a:r>
          </a:p>
        </p:txBody>
      </p:sp>
      <p:sp>
        <p:nvSpPr>
          <p:cNvPr id="6" name="">
            <a:extLst xmlns:a="http://schemas.openxmlformats.org/drawingml/2006/main">
              <a:ext uri="{FF2B5EF4-FFF2-40B4-BE49-F238E27FC236}">
                <a16:creationId xmlns:a16="http://schemas.microsoft.com/office/drawing/2014/main" id="{8B9F6F17-5CBD-4519-9C15-748B099DDC17}"/>
              </a:ext>
            </a:extLst>
          </p:cNvPr>
          <p:cNvSpPr>
            <a:spLocks xmlns:a="http://schemas.openxmlformats.org/drawingml/2006/main" noGrp="1"/>
          </p:cNvSpPr>
          <p:nvPr/>
        </p:nvSpPr>
        <p:spPr>
          <a:xfrm xmlns:a="http://schemas.openxmlformats.org/drawingml/2006/main" rot="0">
            <a:off x="514350" y="4819650"/>
            <a:ext cx="44958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7" name="">
            <a:extLst xmlns:a="http://schemas.openxmlformats.org/drawingml/2006/main">
              <a:ext uri="{FF2B5EF4-FFF2-40B4-BE49-F238E27FC236}">
                <a16:creationId xmlns:a16="http://schemas.microsoft.com/office/drawing/2014/main" id="{66FAE67B-0035-4569-99F8-F61CD95DB06C}"/>
              </a:ext>
            </a:extLst>
          </p:cNvPr>
          <p:cNvSpPr>
            <a:spLocks xmlns:a="http://schemas.openxmlformats.org/drawingml/2006/main" noGrp="1"/>
          </p:cNvSpPr>
          <p:nvPr/>
        </p:nvSpPr>
        <p:spPr>
          <a:xfrm xmlns:a="http://schemas.openxmlformats.org/drawingml/2006/main">
            <a:off x="514350" y="5010150"/>
            <a:ext cx="449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0B0B0B"/>
                </a:solidFill>
                <a:latin typeface="Arial"/>
                <a:ea typeface="Arial"/>
                <a:cs typeface="Arial"/>
              </a:defRPr>
            </a:pPr>
            <a:r>
              <a:rPr sz="1050" b="1">
                <a:solidFill>
                  <a:srgbClr val="0B0B0B"/>
                </a:solidFill>
                <a:latin typeface="Arial"/>
                <a:ea typeface="Arial"/>
                <a:cs typeface="Arial"/>
              </a:rPr>
              <a:t>Visual redesign • Conversion funnel • Backend readiness</a:t>
            </a:r>
          </a:p>
        </p:txBody>
      </p:sp>
      <p:sp>
        <p:nvSpPr>
          <p:cNvPr id="8" name="">
            <a:extLst xmlns:a="http://schemas.openxmlformats.org/drawingml/2006/main">
              <a:ext uri="{FF2B5EF4-FFF2-40B4-BE49-F238E27FC236}">
                <a16:creationId xmlns:a16="http://schemas.microsoft.com/office/drawing/2014/main" id="{59704592-C298-4FB2-BE1F-61174F2C7979}"/>
              </a:ext>
            </a:extLst>
          </p:cNvPr>
          <p:cNvSpPr>
            <a:spLocks xmlns:a="http://schemas.openxmlformats.org/drawingml/2006/main" noGrp="1"/>
          </p:cNvSpPr>
          <p:nvPr/>
        </p:nvSpPr>
        <p:spPr>
          <a:xfrm xmlns:a="http://schemas.openxmlformats.org/drawingml/2006/main">
            <a:off x="514350" y="60483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F5E5A"/>
                </a:solidFill>
                <a:latin typeface="Arial"/>
                <a:ea typeface="Arial"/>
                <a:cs typeface="Arial"/>
              </a:defRPr>
            </a:pPr>
            <a:r>
              <a:rPr sz="900" b="0">
                <a:solidFill>
                  <a:srgbClr val="5F5E5A"/>
                </a:solidFill>
                <a:latin typeface="Arial"/>
                <a:ea typeface="Arial"/>
                <a:cs typeface="Arial"/>
              </a:rPr>
              <a:t>30 Agustus 2026</a:t>
            </a:r>
          </a:p>
        </p:txBody>
      </p:sp>
      <p:sp>
        <p:nvSpPr>
          <p:cNvPr id="9" name="">
            <a:extLst xmlns:a="http://schemas.openxmlformats.org/drawingml/2006/main">
              <a:ext uri="{FF2B5EF4-FFF2-40B4-BE49-F238E27FC236}">
                <a16:creationId xmlns:a16="http://schemas.microsoft.com/office/drawing/2014/main" id="{9FE8301D-D7AC-4146-807C-74F8D3324F25}"/>
              </a:ext>
            </a:extLst>
          </p:cNvPr>
          <p:cNvSpPr>
            <a:spLocks xmlns:a="http://schemas.openxmlformats.org/drawingml/2006/main" noGrp="1"/>
          </p:cNvSpPr>
          <p:nvPr/>
        </p:nvSpPr>
        <p:spPr>
          <a:xfrm xmlns:a="http://schemas.openxmlformats.org/drawingml/2006/main" rot="0">
            <a:off x="6038850" y="666750"/>
            <a:ext cx="5734050" cy="5143500"/>
          </a:xfrm>
          <a:prstGeom xmlns:a="http://schemas.openxmlformats.org/drawingml/2006/main" prst="roundRect">
            <a:avLst>
              <a:gd name="adj" fmla="val 2222"/>
            </a:avLst>
          </a:prstGeom>
          <a:solidFill xmlns:a="http://schemas.openxmlformats.org/drawingml/2006/main">
            <a:srgbClr val="24262C"/>
          </a:solidFill>
          <a:ln xmlns:a="http://schemas.openxmlformats.org/drawingml/2006/main" w="9525">
            <a:solidFill>
              <a:srgbClr val="3A3C42"/>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56f0222e33e4023"/>
          <a:srcRect xmlns:a="http://schemas.openxmlformats.org/drawingml/2006/main" l="18597" t="0" r="18597" b="0"/>
          <a:stretch xmlns:a="http://schemas.openxmlformats.org/drawingml/2006/main">
            <a:fillRect l="0" t="0" r="0" b="0"/>
          </a:stretch>
        </p:blipFill>
        <p:spPr>
          <a:xfrm xmlns:a="http://schemas.openxmlformats.org/drawingml/2006/main">
            <a:off x="6076950" y="704850"/>
            <a:ext cx="5657850" cy="5067300"/>
          </a:xfrm>
          <a:prstGeom xmlns:a="http://schemas.openxmlformats.org/drawingml/2006/main" prst="roundRect">
            <a:avLst>
              <a:gd name="adj" fmla="val 2256"/>
            </a:avLst>
          </a:prstGeom>
        </p:spPr>
      </p:pic>
      <p:sp>
        <p:nvSpPr>
          <p:cNvPr id="11" name="">
            <a:extLst xmlns:a="http://schemas.openxmlformats.org/drawingml/2006/main">
              <a:ext uri="{FF2B5EF4-FFF2-40B4-BE49-F238E27FC236}">
                <a16:creationId xmlns:a16="http://schemas.microsoft.com/office/drawing/2014/main" id="{BAE7C678-D4D7-44AA-AE42-C05091E70258}"/>
              </a:ext>
            </a:extLst>
          </p:cNvPr>
          <p:cNvSpPr>
            <a:spLocks xmlns:a="http://schemas.openxmlformats.org/drawingml/2006/main" noGrp="1"/>
          </p:cNvSpPr>
          <p:nvPr/>
        </p:nvSpPr>
        <p:spPr>
          <a:xfrm xmlns:a="http://schemas.openxmlformats.org/drawingml/2006/main" rot="0">
            <a:off x="9448800" y="5943600"/>
            <a:ext cx="1790700" cy="285750"/>
          </a:xfrm>
          <a:prstGeom xmlns:a="http://schemas.openxmlformats.org/drawingml/2006/main" prst="roundRect">
            <a:avLst>
              <a:gd name="adj" fmla="val 50000"/>
            </a:avLst>
          </a:prstGeom>
          <a:solidFill xmlns:a="http://schemas.openxmlformats.org/drawingml/2006/main">
            <a:srgbClr val="C6281C"/>
          </a:solidFill>
          <a:ln xmlns:a="http://schemas.openxmlformats.org/drawingml/2006/main" w="0">
            <a:solidFill>
              <a:srgbClr val="C6281C"/>
            </a:solidFill>
            <a:prstDash val="solid"/>
          </a:ln>
        </p:spPr>
      </p:sp>
      <p:sp>
        <p:nvSpPr>
          <p:cNvPr id="12" name="">
            <a:extLst xmlns:a="http://schemas.openxmlformats.org/drawingml/2006/main">
              <a:ext uri="{FF2B5EF4-FFF2-40B4-BE49-F238E27FC236}">
                <a16:creationId xmlns:a16="http://schemas.microsoft.com/office/drawing/2014/main" id="{4AF65624-323B-4443-9283-F0366BD32589}"/>
              </a:ext>
            </a:extLst>
          </p:cNvPr>
          <p:cNvSpPr>
            <a:spLocks xmlns:a="http://schemas.openxmlformats.org/drawingml/2006/main" noGrp="1"/>
          </p:cNvSpPr>
          <p:nvPr/>
        </p:nvSpPr>
        <p:spPr>
          <a:xfrm xmlns:a="http://schemas.openxmlformats.org/drawingml/2006/main">
            <a:off x="9544050" y="6010275"/>
            <a:ext cx="1600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AFTER • CURRENT</a:t>
            </a:r>
          </a:p>
        </p:txBody>
      </p:sp>
    </p:spTree>
    <p:extLst>
      <p:ext uri="{BB962C8B-B14F-4D97-AF65-F5344CB8AC3E}">
        <p14:creationId xmlns:p14="http://schemas.microsoft.com/office/powerpoint/2010/main" val="575786584"/>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A0F81F8-5AC5-4E84-83A1-D9A297D87E39}"/>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C825D718-FA6A-4CD1-B225-0ED9F6A7C6A0}"/>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2C1023D7-F78F-4365-A1D1-44E08D4149D4}"/>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Perubahannya bukan kosmetik—arah ceritanya ikut berubah</a:t>
            </a:r>
          </a:p>
        </p:txBody>
      </p:sp>
      <p:sp>
        <p:nvSpPr>
          <p:cNvPr id="4" name="">
            <a:extLst xmlns:a="http://schemas.openxmlformats.org/drawingml/2006/main">
              <a:ext uri="{FF2B5EF4-FFF2-40B4-BE49-F238E27FC236}">
                <a16:creationId xmlns:a16="http://schemas.microsoft.com/office/drawing/2014/main" id="{016ED1B4-A443-42CF-884A-9E73F31E8740}"/>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4A3A1FB-D6B9-4CAC-85FB-0161FB1B0047}"/>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6E5C7D25-F032-4F2D-89C8-AE4948CB649D}"/>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318E822-333D-4937-B386-E503FD8FA1D2}"/>
              </a:ext>
            </a:extLst>
          </p:cNvPr>
          <p:cNvSpPr>
            <a:spLocks xmlns:a="http://schemas.openxmlformats.org/drawingml/2006/main" noGrp="1"/>
          </p:cNvSpPr>
          <p:nvPr/>
        </p:nvSpPr>
        <p:spPr>
          <a:xfrm xmlns:a="http://schemas.openxmlformats.org/drawingml/2006/main">
            <a:off x="457200" y="110490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F5E5A"/>
                </a:solidFill>
                <a:latin typeface="Arial"/>
                <a:ea typeface="Arial"/>
                <a:cs typeface="Arial"/>
              </a:defRPr>
            </a:pPr>
            <a:r>
              <a:rPr sz="1350" b="0">
                <a:solidFill>
                  <a:srgbClr val="5F5E5A"/>
                </a:solidFill>
                <a:latin typeface="Arial"/>
                <a:ea typeface="Arial"/>
                <a:cs typeface="Arial"/>
              </a:rPr>
              <a:t>Sebelumnya, hero bekerja seperti iklan kampanye. Sekarang, hero langsung menjelaskan cara belajar dan bukti operasionalnya.</a:t>
            </a:r>
          </a:p>
        </p:txBody>
      </p:sp>
      <p:sp>
        <p:nvSpPr>
          <p:cNvPr id="8" name="">
            <a:extLst xmlns:a="http://schemas.openxmlformats.org/drawingml/2006/main">
              <a:ext uri="{FF2B5EF4-FFF2-40B4-BE49-F238E27FC236}">
                <a16:creationId xmlns:a16="http://schemas.microsoft.com/office/drawing/2014/main" id="{5D49CE93-8882-4330-AEB4-4CC382368FC5}"/>
              </a:ext>
            </a:extLst>
          </p:cNvPr>
          <p:cNvSpPr>
            <a:spLocks xmlns:a="http://schemas.openxmlformats.org/drawingml/2006/main" noGrp="1"/>
          </p:cNvSpPr>
          <p:nvPr/>
        </p:nvSpPr>
        <p:spPr>
          <a:xfrm xmlns:a="http://schemas.openxmlformats.org/drawingml/2006/main">
            <a:off x="590550" y="17907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9" name="">
            <a:extLst xmlns:a="http://schemas.openxmlformats.org/drawingml/2006/main">
              <a:ext uri="{FF2B5EF4-FFF2-40B4-BE49-F238E27FC236}">
                <a16:creationId xmlns:a16="http://schemas.microsoft.com/office/drawing/2014/main" id="{6FED095F-0D7A-41A1-BF6F-ED7E0F2112B9}"/>
              </a:ext>
            </a:extLst>
          </p:cNvPr>
          <p:cNvSpPr>
            <a:spLocks xmlns:a="http://schemas.openxmlformats.org/drawingml/2006/main" noGrp="1"/>
          </p:cNvSpPr>
          <p:nvPr/>
        </p:nvSpPr>
        <p:spPr>
          <a:xfrm xmlns:a="http://schemas.openxmlformats.org/drawingml/2006/main" rot="0">
            <a:off x="590550" y="2133600"/>
            <a:ext cx="2724150" cy="971550"/>
          </a:xfrm>
          <a:prstGeom xmlns:a="http://schemas.openxmlformats.org/drawingml/2006/main" prst="roundRect">
            <a:avLst>
              <a:gd name="adj" fmla="val 7843"/>
            </a:avLst>
          </a:prstGeom>
          <a:solidFill xmlns:a="http://schemas.openxmlformats.org/drawingml/2006/main">
            <a:srgbClr val="17191F"/>
          </a:solidFill>
          <a:ln xmlns:a="http://schemas.openxmlformats.org/drawingml/2006/main" w="9525">
            <a:solidFill>
              <a:srgbClr val="17191F"/>
            </a:solidFill>
            <a:prstDash val="solid"/>
          </a:ln>
        </p:spPr>
      </p:sp>
      <p:sp>
        <p:nvSpPr>
          <p:cNvPr id="10" name="">
            <a:extLst xmlns:a="http://schemas.openxmlformats.org/drawingml/2006/main">
              <a:ext uri="{FF2B5EF4-FFF2-40B4-BE49-F238E27FC236}">
                <a16:creationId xmlns:a16="http://schemas.microsoft.com/office/drawing/2014/main" id="{B435EF9B-3B96-4731-815E-A81A793ED4A5}"/>
              </a:ext>
            </a:extLst>
          </p:cNvPr>
          <p:cNvSpPr>
            <a:spLocks xmlns:a="http://schemas.openxmlformats.org/drawingml/2006/main" noGrp="1"/>
          </p:cNvSpPr>
          <p:nvPr/>
        </p:nvSpPr>
        <p:spPr>
          <a:xfrm xmlns:a="http://schemas.openxmlformats.org/drawingml/2006/main">
            <a:off x="762000" y="2286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39A8F"/>
                </a:solidFill>
                <a:latin typeface="Arial"/>
                <a:ea typeface="Arial"/>
                <a:cs typeface="Arial"/>
              </a:defRPr>
            </a:pPr>
            <a:r>
              <a:rPr sz="900" b="1">
                <a:solidFill>
                  <a:srgbClr val="F39A8F"/>
                </a:solidFill>
                <a:latin typeface="Arial"/>
                <a:ea typeface="Arial"/>
                <a:cs typeface="Arial"/>
              </a:rPr>
              <a:t>Aspirasi</a:t>
            </a:r>
          </a:p>
        </p:txBody>
      </p:sp>
      <p:sp>
        <p:nvSpPr>
          <p:cNvPr id="11" name="">
            <a:extLst xmlns:a="http://schemas.openxmlformats.org/drawingml/2006/main">
              <a:ext uri="{FF2B5EF4-FFF2-40B4-BE49-F238E27FC236}">
                <a16:creationId xmlns:a16="http://schemas.microsoft.com/office/drawing/2014/main" id="{6B3B216F-17A4-4986-A8D3-BD6267591998}"/>
              </a:ext>
            </a:extLst>
          </p:cNvPr>
          <p:cNvSpPr>
            <a:spLocks xmlns:a="http://schemas.openxmlformats.org/drawingml/2006/main" noGrp="1"/>
          </p:cNvSpPr>
          <p:nvPr/>
        </p:nvSpPr>
        <p:spPr>
          <a:xfrm xmlns:a="http://schemas.openxmlformats.org/drawingml/2006/main">
            <a:off x="762000" y="25431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Bangun skill &amp; mulai karier</a:t>
            </a:r>
          </a:p>
        </p:txBody>
      </p:sp>
      <p:sp>
        <p:nvSpPr>
          <p:cNvPr id="12" name="">
            <a:extLst xmlns:a="http://schemas.openxmlformats.org/drawingml/2006/main">
              <a:ext uri="{FF2B5EF4-FFF2-40B4-BE49-F238E27FC236}">
                <a16:creationId xmlns:a16="http://schemas.microsoft.com/office/drawing/2014/main" id="{0065925E-B1ED-45FC-8907-D2CF5CC216CC}"/>
              </a:ext>
            </a:extLst>
          </p:cNvPr>
          <p:cNvSpPr>
            <a:spLocks xmlns:a="http://schemas.openxmlformats.org/drawingml/2006/main" noGrp="1"/>
          </p:cNvSpPr>
          <p:nvPr/>
        </p:nvSpPr>
        <p:spPr>
          <a:xfrm xmlns:a="http://schemas.openxmlformats.org/drawingml/2006/main" rot="0">
            <a:off x="3457575" y="2495550"/>
            <a:ext cx="400050" cy="247650"/>
          </a:xfrm>
          <a:prstGeom xmlns:a="http://schemas.openxmlformats.org/drawingml/2006/main" prst="rightArrow">
            <a:avLst/>
          </a:prstGeom>
          <a:solidFill xmlns:a="http://schemas.openxmlformats.org/drawingml/2006/main">
            <a:srgbClr val="C6281C"/>
          </a:solidFill>
          <a:ln xmlns:a="http://schemas.openxmlformats.org/drawingml/2006/main" w="0">
            <a:solidFill>
              <a:srgbClr val="C6281C"/>
            </a:solidFill>
            <a:prstDash val="solid"/>
          </a:ln>
        </p:spPr>
      </p:sp>
      <p:sp>
        <p:nvSpPr>
          <p:cNvPr id="13" name="">
            <a:extLst xmlns:a="http://schemas.openxmlformats.org/drawingml/2006/main">
              <a:ext uri="{FF2B5EF4-FFF2-40B4-BE49-F238E27FC236}">
                <a16:creationId xmlns:a16="http://schemas.microsoft.com/office/drawing/2014/main" id="{D9B147F2-1F30-487E-ADA2-A5B6C6AF91DA}"/>
              </a:ext>
            </a:extLst>
          </p:cNvPr>
          <p:cNvSpPr>
            <a:spLocks xmlns:a="http://schemas.openxmlformats.org/drawingml/2006/main" noGrp="1"/>
          </p:cNvSpPr>
          <p:nvPr/>
        </p:nvSpPr>
        <p:spPr>
          <a:xfrm xmlns:a="http://schemas.openxmlformats.org/drawingml/2006/main" rot="0">
            <a:off x="4019550" y="21336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14" name="">
            <a:extLst xmlns:a="http://schemas.openxmlformats.org/drawingml/2006/main">
              <a:ext uri="{FF2B5EF4-FFF2-40B4-BE49-F238E27FC236}">
                <a16:creationId xmlns:a16="http://schemas.microsoft.com/office/drawing/2014/main" id="{8916F25C-9D34-4309-9C93-ADA468F27AD5}"/>
              </a:ext>
            </a:extLst>
          </p:cNvPr>
          <p:cNvSpPr>
            <a:spLocks xmlns:a="http://schemas.openxmlformats.org/drawingml/2006/main" noGrp="1"/>
          </p:cNvSpPr>
          <p:nvPr/>
        </p:nvSpPr>
        <p:spPr>
          <a:xfrm xmlns:a="http://schemas.openxmlformats.org/drawingml/2006/main">
            <a:off x="4191000" y="2286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C6281C"/>
                </a:solidFill>
                <a:latin typeface="Arial"/>
                <a:ea typeface="Arial"/>
                <a:cs typeface="Arial"/>
              </a:defRPr>
            </a:pPr>
            <a:r>
              <a:rPr sz="900" b="1">
                <a:solidFill>
                  <a:srgbClr val="C6281C"/>
                </a:solidFill>
                <a:latin typeface="Arial"/>
                <a:ea typeface="Arial"/>
                <a:cs typeface="Arial"/>
              </a:rPr>
              <a:t>Janji</a:t>
            </a:r>
          </a:p>
        </p:txBody>
      </p:sp>
      <p:sp>
        <p:nvSpPr>
          <p:cNvPr id="15" name="">
            <a:extLst xmlns:a="http://schemas.openxmlformats.org/drawingml/2006/main">
              <a:ext uri="{FF2B5EF4-FFF2-40B4-BE49-F238E27FC236}">
                <a16:creationId xmlns:a16="http://schemas.microsoft.com/office/drawing/2014/main" id="{DB7AAD9D-6611-44C5-B65E-A9042C226237}"/>
              </a:ext>
            </a:extLst>
          </p:cNvPr>
          <p:cNvSpPr>
            <a:spLocks xmlns:a="http://schemas.openxmlformats.org/drawingml/2006/main" noGrp="1"/>
          </p:cNvSpPr>
          <p:nvPr/>
        </p:nvSpPr>
        <p:spPr>
          <a:xfrm xmlns:a="http://schemas.openxmlformats.org/drawingml/2006/main">
            <a:off x="4191000" y="25431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OJT, sertifikat, rekrutmen</a:t>
            </a:r>
          </a:p>
        </p:txBody>
      </p:sp>
      <p:sp>
        <p:nvSpPr>
          <p:cNvPr id="16" name="">
            <a:extLst xmlns:a="http://schemas.openxmlformats.org/drawingml/2006/main">
              <a:ext uri="{FF2B5EF4-FFF2-40B4-BE49-F238E27FC236}">
                <a16:creationId xmlns:a16="http://schemas.microsoft.com/office/drawing/2014/main" id="{814457B5-F6F0-4FF2-B35C-A5EF8C4F7CC9}"/>
              </a:ext>
            </a:extLst>
          </p:cNvPr>
          <p:cNvSpPr>
            <a:spLocks xmlns:a="http://schemas.openxmlformats.org/drawingml/2006/main" noGrp="1"/>
          </p:cNvSpPr>
          <p:nvPr/>
        </p:nvSpPr>
        <p:spPr>
          <a:xfrm xmlns:a="http://schemas.openxmlformats.org/drawingml/2006/main" rot="0">
            <a:off x="6886575" y="2495550"/>
            <a:ext cx="400050" cy="247650"/>
          </a:xfrm>
          <a:prstGeom xmlns:a="http://schemas.openxmlformats.org/drawingml/2006/main" prst="rightArrow">
            <a:avLst/>
          </a:prstGeom>
          <a:solidFill xmlns:a="http://schemas.openxmlformats.org/drawingml/2006/main">
            <a:srgbClr val="C6281C"/>
          </a:solidFill>
          <a:ln xmlns:a="http://schemas.openxmlformats.org/drawingml/2006/main" w="0">
            <a:solidFill>
              <a:srgbClr val="C6281C"/>
            </a:solidFill>
            <a:prstDash val="solid"/>
          </a:ln>
        </p:spPr>
      </p:sp>
      <p:sp>
        <p:nvSpPr>
          <p:cNvPr id="17" name="">
            <a:extLst xmlns:a="http://schemas.openxmlformats.org/drawingml/2006/main">
              <a:ext uri="{FF2B5EF4-FFF2-40B4-BE49-F238E27FC236}">
                <a16:creationId xmlns:a16="http://schemas.microsoft.com/office/drawing/2014/main" id="{4874628F-DE44-4A62-8B92-76F3AD1D3DD9}"/>
              </a:ext>
            </a:extLst>
          </p:cNvPr>
          <p:cNvSpPr>
            <a:spLocks xmlns:a="http://schemas.openxmlformats.org/drawingml/2006/main" noGrp="1"/>
          </p:cNvSpPr>
          <p:nvPr/>
        </p:nvSpPr>
        <p:spPr>
          <a:xfrm xmlns:a="http://schemas.openxmlformats.org/drawingml/2006/main" rot="0">
            <a:off x="7448550" y="21336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18" name="">
            <a:extLst xmlns:a="http://schemas.openxmlformats.org/drawingml/2006/main">
              <a:ext uri="{FF2B5EF4-FFF2-40B4-BE49-F238E27FC236}">
                <a16:creationId xmlns:a16="http://schemas.microsoft.com/office/drawing/2014/main" id="{3D84FB62-7E80-427A-B9D0-961BEB0B571F}"/>
              </a:ext>
            </a:extLst>
          </p:cNvPr>
          <p:cNvSpPr>
            <a:spLocks xmlns:a="http://schemas.openxmlformats.org/drawingml/2006/main" noGrp="1"/>
          </p:cNvSpPr>
          <p:nvPr/>
        </p:nvSpPr>
        <p:spPr>
          <a:xfrm xmlns:a="http://schemas.openxmlformats.org/drawingml/2006/main">
            <a:off x="7620000" y="2286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C6281C"/>
                </a:solidFill>
                <a:latin typeface="Arial"/>
                <a:ea typeface="Arial"/>
                <a:cs typeface="Arial"/>
              </a:defRPr>
            </a:pPr>
            <a:r>
              <a:rPr sz="900" b="1">
                <a:solidFill>
                  <a:srgbClr val="C6281C"/>
                </a:solidFill>
                <a:latin typeface="Arial"/>
                <a:ea typeface="Arial"/>
                <a:cs typeface="Arial"/>
              </a:rPr>
              <a:t>Aksi</a:t>
            </a:r>
          </a:p>
        </p:txBody>
      </p:sp>
      <p:sp>
        <p:nvSpPr>
          <p:cNvPr id="19" name="">
            <a:extLst xmlns:a="http://schemas.openxmlformats.org/drawingml/2006/main">
              <a:ext uri="{FF2B5EF4-FFF2-40B4-BE49-F238E27FC236}">
                <a16:creationId xmlns:a16="http://schemas.microsoft.com/office/drawing/2014/main" id="{1F769EB7-3D6C-4237-A154-A2D91BF3E56F}"/>
              </a:ext>
            </a:extLst>
          </p:cNvPr>
          <p:cNvSpPr>
            <a:spLocks xmlns:a="http://schemas.openxmlformats.org/drawingml/2006/main" noGrp="1"/>
          </p:cNvSpPr>
          <p:nvPr/>
        </p:nvSpPr>
        <p:spPr>
          <a:xfrm xmlns:a="http://schemas.openxmlformats.org/drawingml/2006/main">
            <a:off x="7620000" y="25431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Konsultasi program</a:t>
            </a:r>
          </a:p>
        </p:txBody>
      </p:sp>
      <p:sp>
        <p:nvSpPr>
          <p:cNvPr id="20" name="">
            <a:extLst xmlns:a="http://schemas.openxmlformats.org/drawingml/2006/main">
              <a:ext uri="{FF2B5EF4-FFF2-40B4-BE49-F238E27FC236}">
                <a16:creationId xmlns:a16="http://schemas.microsoft.com/office/drawing/2014/main" id="{AE9841EB-F388-4957-8F17-4D0AA427C467}"/>
              </a:ext>
            </a:extLst>
          </p:cNvPr>
          <p:cNvSpPr>
            <a:spLocks xmlns:a="http://schemas.openxmlformats.org/drawingml/2006/main" noGrp="1"/>
          </p:cNvSpPr>
          <p:nvPr/>
        </p:nvSpPr>
        <p:spPr>
          <a:xfrm xmlns:a="http://schemas.openxmlformats.org/drawingml/2006/main">
            <a:off x="590550" y="35433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21" name="">
            <a:extLst xmlns:a="http://schemas.openxmlformats.org/drawingml/2006/main">
              <a:ext uri="{FF2B5EF4-FFF2-40B4-BE49-F238E27FC236}">
                <a16:creationId xmlns:a16="http://schemas.microsoft.com/office/drawing/2014/main" id="{1233AA04-4D0A-4D9D-AAA2-ED10F571F8EC}"/>
              </a:ext>
            </a:extLst>
          </p:cNvPr>
          <p:cNvSpPr>
            <a:spLocks xmlns:a="http://schemas.openxmlformats.org/drawingml/2006/main" noGrp="1"/>
          </p:cNvSpPr>
          <p:nvPr/>
        </p:nvSpPr>
        <p:spPr>
          <a:xfrm xmlns:a="http://schemas.openxmlformats.org/drawingml/2006/main" rot="0">
            <a:off x="590550" y="3886200"/>
            <a:ext cx="2724150" cy="971550"/>
          </a:xfrm>
          <a:prstGeom xmlns:a="http://schemas.openxmlformats.org/drawingml/2006/main" prst="roundRect">
            <a:avLst>
              <a:gd name="adj" fmla="val 7843"/>
            </a:avLst>
          </a:prstGeom>
          <a:solidFill xmlns:a="http://schemas.openxmlformats.org/drawingml/2006/main">
            <a:srgbClr val="C6281C"/>
          </a:solidFill>
          <a:ln xmlns:a="http://schemas.openxmlformats.org/drawingml/2006/main" w="9525">
            <a:solidFill>
              <a:srgbClr val="C6281C"/>
            </a:solidFill>
            <a:prstDash val="solid"/>
          </a:ln>
        </p:spPr>
      </p:sp>
      <p:sp>
        <p:nvSpPr>
          <p:cNvPr id="22" name="">
            <a:extLst xmlns:a="http://schemas.openxmlformats.org/drawingml/2006/main">
              <a:ext uri="{FF2B5EF4-FFF2-40B4-BE49-F238E27FC236}">
                <a16:creationId xmlns:a16="http://schemas.microsoft.com/office/drawing/2014/main" id="{BF47FEFC-77D3-4924-A7D9-DA6E0879E326}"/>
              </a:ext>
            </a:extLst>
          </p:cNvPr>
          <p:cNvSpPr>
            <a:spLocks xmlns:a="http://schemas.openxmlformats.org/drawingml/2006/main" noGrp="1"/>
          </p:cNvSpPr>
          <p:nvPr/>
        </p:nvSpPr>
        <p:spPr>
          <a:xfrm xmlns:a="http://schemas.openxmlformats.org/drawingml/2006/main">
            <a:off x="762000" y="40386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D9D4"/>
                </a:solidFill>
                <a:latin typeface="Arial"/>
                <a:ea typeface="Arial"/>
                <a:cs typeface="Arial"/>
              </a:defRPr>
            </a:pPr>
            <a:r>
              <a:rPr sz="900" b="1">
                <a:solidFill>
                  <a:srgbClr val="FFD9D4"/>
                </a:solidFill>
                <a:latin typeface="Arial"/>
                <a:ea typeface="Arial"/>
                <a:cs typeface="Arial"/>
              </a:rPr>
              <a:t>Konteks nyata</a:t>
            </a:r>
          </a:p>
        </p:txBody>
      </p:sp>
      <p:sp>
        <p:nvSpPr>
          <p:cNvPr id="23" name="">
            <a:extLst xmlns:a="http://schemas.openxmlformats.org/drawingml/2006/main">
              <a:ext uri="{FF2B5EF4-FFF2-40B4-BE49-F238E27FC236}">
                <a16:creationId xmlns:a16="http://schemas.microsoft.com/office/drawing/2014/main" id="{6210E830-1846-488F-AB32-12B2CC802C2F}"/>
              </a:ext>
            </a:extLst>
          </p:cNvPr>
          <p:cNvSpPr>
            <a:spLocks xmlns:a="http://schemas.openxmlformats.org/drawingml/2006/main" noGrp="1"/>
          </p:cNvSpPr>
          <p:nvPr/>
        </p:nvSpPr>
        <p:spPr>
          <a:xfrm xmlns:a="http://schemas.openxmlformats.org/drawingml/2006/main">
            <a:off x="762000" y="42957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Belajar di bengkel aktif</a:t>
            </a:r>
          </a:p>
        </p:txBody>
      </p:sp>
      <p:sp>
        <p:nvSpPr>
          <p:cNvPr id="24" name="">
            <a:extLst xmlns:a="http://schemas.openxmlformats.org/drawingml/2006/main">
              <a:ext uri="{FF2B5EF4-FFF2-40B4-BE49-F238E27FC236}">
                <a16:creationId xmlns:a16="http://schemas.microsoft.com/office/drawing/2014/main" id="{0C49D068-D818-4E40-8985-A97085A88849}"/>
              </a:ext>
            </a:extLst>
          </p:cNvPr>
          <p:cNvSpPr>
            <a:spLocks xmlns:a="http://schemas.openxmlformats.org/drawingml/2006/main" noGrp="1"/>
          </p:cNvSpPr>
          <p:nvPr/>
        </p:nvSpPr>
        <p:spPr>
          <a:xfrm xmlns:a="http://schemas.openxmlformats.org/drawingml/2006/main" rot="0">
            <a:off x="3457575" y="4248150"/>
            <a:ext cx="400050" cy="247650"/>
          </a:xfrm>
          <a:prstGeom xmlns:a="http://schemas.openxmlformats.org/drawingml/2006/main" prst="rightArrow">
            <a:avLst/>
          </a:prstGeom>
          <a:solidFill xmlns:a="http://schemas.openxmlformats.org/drawingml/2006/main">
            <a:srgbClr val="237A57"/>
          </a:solidFill>
          <a:ln xmlns:a="http://schemas.openxmlformats.org/drawingml/2006/main" w="0">
            <a:solidFill>
              <a:srgbClr val="237A57"/>
            </a:solidFill>
            <a:prstDash val="solid"/>
          </a:ln>
        </p:spPr>
      </p:sp>
      <p:sp>
        <p:nvSpPr>
          <p:cNvPr id="25" name="">
            <a:extLst xmlns:a="http://schemas.openxmlformats.org/drawingml/2006/main">
              <a:ext uri="{FF2B5EF4-FFF2-40B4-BE49-F238E27FC236}">
                <a16:creationId xmlns:a16="http://schemas.microsoft.com/office/drawing/2014/main" id="{56D10592-8491-4447-BFD4-0793A242AD2C}"/>
              </a:ext>
            </a:extLst>
          </p:cNvPr>
          <p:cNvSpPr>
            <a:spLocks xmlns:a="http://schemas.openxmlformats.org/drawingml/2006/main" noGrp="1"/>
          </p:cNvSpPr>
          <p:nvPr/>
        </p:nvSpPr>
        <p:spPr>
          <a:xfrm xmlns:a="http://schemas.openxmlformats.org/drawingml/2006/main" rot="0">
            <a:off x="4019550" y="38862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26" name="">
            <a:extLst xmlns:a="http://schemas.openxmlformats.org/drawingml/2006/main">
              <a:ext uri="{FF2B5EF4-FFF2-40B4-BE49-F238E27FC236}">
                <a16:creationId xmlns:a16="http://schemas.microsoft.com/office/drawing/2014/main" id="{B410B90C-A613-4A6F-BAC2-12CEA834B02D}"/>
              </a:ext>
            </a:extLst>
          </p:cNvPr>
          <p:cNvSpPr>
            <a:spLocks xmlns:a="http://schemas.openxmlformats.org/drawingml/2006/main" noGrp="1"/>
          </p:cNvSpPr>
          <p:nvPr/>
        </p:nvSpPr>
        <p:spPr>
          <a:xfrm xmlns:a="http://schemas.openxmlformats.org/drawingml/2006/main">
            <a:off x="4191000" y="40386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237A57"/>
                </a:solidFill>
                <a:latin typeface="Arial"/>
                <a:ea typeface="Arial"/>
                <a:cs typeface="Arial"/>
              </a:defRPr>
            </a:pPr>
            <a:r>
              <a:rPr sz="900" b="1">
                <a:solidFill>
                  <a:srgbClr val="237A57"/>
                </a:solidFill>
                <a:latin typeface="Arial"/>
                <a:ea typeface="Arial"/>
                <a:cs typeface="Arial"/>
              </a:rPr>
              <a:t>Bukti</a:t>
            </a:r>
          </a:p>
        </p:txBody>
      </p:sp>
      <p:sp>
        <p:nvSpPr>
          <p:cNvPr id="27" name="">
            <a:extLst xmlns:a="http://schemas.openxmlformats.org/drawingml/2006/main">
              <a:ext uri="{FF2B5EF4-FFF2-40B4-BE49-F238E27FC236}">
                <a16:creationId xmlns:a16="http://schemas.microsoft.com/office/drawing/2014/main" id="{DE26F746-6C9C-467D-AF65-E939785BA9D8}"/>
              </a:ext>
            </a:extLst>
          </p:cNvPr>
          <p:cNvSpPr>
            <a:spLocks xmlns:a="http://schemas.openxmlformats.org/drawingml/2006/main" noGrp="1"/>
          </p:cNvSpPr>
          <p:nvPr/>
        </p:nvSpPr>
        <p:spPr>
          <a:xfrm xmlns:a="http://schemas.openxmlformats.org/drawingml/2006/main">
            <a:off x="4191000" y="42957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Metode, alat, trainer, OJT</a:t>
            </a:r>
          </a:p>
        </p:txBody>
      </p:sp>
      <p:sp>
        <p:nvSpPr>
          <p:cNvPr id="28" name="">
            <a:extLst xmlns:a="http://schemas.openxmlformats.org/drawingml/2006/main">
              <a:ext uri="{FF2B5EF4-FFF2-40B4-BE49-F238E27FC236}">
                <a16:creationId xmlns:a16="http://schemas.microsoft.com/office/drawing/2014/main" id="{873D0BA9-3623-4AFE-B890-30F14708D2F7}"/>
              </a:ext>
            </a:extLst>
          </p:cNvPr>
          <p:cNvSpPr>
            <a:spLocks xmlns:a="http://schemas.openxmlformats.org/drawingml/2006/main" noGrp="1"/>
          </p:cNvSpPr>
          <p:nvPr/>
        </p:nvSpPr>
        <p:spPr>
          <a:xfrm xmlns:a="http://schemas.openxmlformats.org/drawingml/2006/main" rot="0">
            <a:off x="6886575" y="4248150"/>
            <a:ext cx="400050" cy="247650"/>
          </a:xfrm>
          <a:prstGeom xmlns:a="http://schemas.openxmlformats.org/drawingml/2006/main" prst="rightArrow">
            <a:avLst/>
          </a:prstGeom>
          <a:solidFill xmlns:a="http://schemas.openxmlformats.org/drawingml/2006/main">
            <a:srgbClr val="237A57"/>
          </a:solidFill>
          <a:ln xmlns:a="http://schemas.openxmlformats.org/drawingml/2006/main" w="0">
            <a:solidFill>
              <a:srgbClr val="237A57"/>
            </a:solidFill>
            <a:prstDash val="solid"/>
          </a:ln>
        </p:spPr>
      </p:sp>
      <p:sp>
        <p:nvSpPr>
          <p:cNvPr id="29" name="">
            <a:extLst xmlns:a="http://schemas.openxmlformats.org/drawingml/2006/main">
              <a:ext uri="{FF2B5EF4-FFF2-40B4-BE49-F238E27FC236}">
                <a16:creationId xmlns:a16="http://schemas.microsoft.com/office/drawing/2014/main" id="{8C74ACDA-B106-45FC-B8D5-C53BDA600057}"/>
              </a:ext>
            </a:extLst>
          </p:cNvPr>
          <p:cNvSpPr>
            <a:spLocks xmlns:a="http://schemas.openxmlformats.org/drawingml/2006/main" noGrp="1"/>
          </p:cNvSpPr>
          <p:nvPr/>
        </p:nvSpPr>
        <p:spPr>
          <a:xfrm xmlns:a="http://schemas.openxmlformats.org/drawingml/2006/main" rot="0">
            <a:off x="7448550" y="38862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30" name="">
            <a:extLst xmlns:a="http://schemas.openxmlformats.org/drawingml/2006/main">
              <a:ext uri="{FF2B5EF4-FFF2-40B4-BE49-F238E27FC236}">
                <a16:creationId xmlns:a16="http://schemas.microsoft.com/office/drawing/2014/main" id="{894C4EAE-EF77-4BF4-BDF9-74255722F8E7}"/>
              </a:ext>
            </a:extLst>
          </p:cNvPr>
          <p:cNvSpPr>
            <a:spLocks xmlns:a="http://schemas.openxmlformats.org/drawingml/2006/main" noGrp="1"/>
          </p:cNvSpPr>
          <p:nvPr/>
        </p:nvSpPr>
        <p:spPr>
          <a:xfrm xmlns:a="http://schemas.openxmlformats.org/drawingml/2006/main">
            <a:off x="7620000" y="40386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237A57"/>
                </a:solidFill>
                <a:latin typeface="Arial"/>
                <a:ea typeface="Arial"/>
                <a:cs typeface="Arial"/>
              </a:defRPr>
            </a:pPr>
            <a:r>
              <a:rPr sz="900" b="1">
                <a:solidFill>
                  <a:srgbClr val="237A57"/>
                </a:solidFill>
                <a:latin typeface="Arial"/>
                <a:ea typeface="Arial"/>
                <a:cs typeface="Arial"/>
              </a:rPr>
              <a:t>Keputusan</a:t>
            </a:r>
          </a:p>
        </p:txBody>
      </p:sp>
      <p:sp>
        <p:nvSpPr>
          <p:cNvPr id="31" name="">
            <a:extLst xmlns:a="http://schemas.openxmlformats.org/drawingml/2006/main">
              <a:ext uri="{FF2B5EF4-FFF2-40B4-BE49-F238E27FC236}">
                <a16:creationId xmlns:a16="http://schemas.microsoft.com/office/drawing/2014/main" id="{3AFF82EF-A324-4BD6-BC54-EC1CE5AA28B0}"/>
              </a:ext>
            </a:extLst>
          </p:cNvPr>
          <p:cNvSpPr>
            <a:spLocks xmlns:a="http://schemas.openxmlformats.org/drawingml/2006/main" noGrp="1"/>
          </p:cNvSpPr>
          <p:nvPr/>
        </p:nvSpPr>
        <p:spPr>
          <a:xfrm xmlns:a="http://schemas.openxmlformats.org/drawingml/2006/main">
            <a:off x="7620000" y="42957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Pilih program lalu konsultasi</a:t>
            </a:r>
          </a:p>
        </p:txBody>
      </p:sp>
      <p:sp>
        <p:nvSpPr>
          <p:cNvPr id="32" name="">
            <a:extLst xmlns:a="http://schemas.openxmlformats.org/drawingml/2006/main">
              <a:ext uri="{FF2B5EF4-FFF2-40B4-BE49-F238E27FC236}">
                <a16:creationId xmlns:a16="http://schemas.microsoft.com/office/drawing/2014/main" id="{B493A181-4F65-483B-A4F0-E97A8009B243}"/>
              </a:ext>
            </a:extLst>
          </p:cNvPr>
          <p:cNvSpPr>
            <a:spLocks xmlns:a="http://schemas.openxmlformats.org/drawingml/2006/main" noGrp="1"/>
          </p:cNvSpPr>
          <p:nvPr/>
        </p:nvSpPr>
        <p:spPr>
          <a:xfrm xmlns:a="http://schemas.openxmlformats.org/drawingml/2006/main" rot="0">
            <a:off x="590550" y="5276850"/>
            <a:ext cx="10306050" cy="800100"/>
          </a:xfrm>
          <a:prstGeom xmlns:a="http://schemas.openxmlformats.org/drawingml/2006/main" prst="roundRect">
            <a:avLst>
              <a:gd name="adj" fmla="val 9524"/>
            </a:avLst>
          </a:prstGeom>
          <a:solidFill xmlns:a="http://schemas.openxmlformats.org/drawingml/2006/main">
            <a:srgbClr val="F5DED9"/>
          </a:solidFill>
          <a:ln xmlns:a="http://schemas.openxmlformats.org/drawingml/2006/main" w="0">
            <a:solidFill>
              <a:srgbClr val="F5DED9"/>
            </a:solidFill>
            <a:prstDash val="solid"/>
          </a:ln>
        </p:spPr>
      </p:sp>
      <p:sp>
        <p:nvSpPr>
          <p:cNvPr id="33" name="">
            <a:extLst xmlns:a="http://schemas.openxmlformats.org/drawingml/2006/main">
              <a:ext uri="{FF2B5EF4-FFF2-40B4-BE49-F238E27FC236}">
                <a16:creationId xmlns:a16="http://schemas.microsoft.com/office/drawing/2014/main" id="{1676F0E1-A7D0-4672-9B6E-32F112CBC527}"/>
              </a:ext>
            </a:extLst>
          </p:cNvPr>
          <p:cNvSpPr>
            <a:spLocks xmlns:a="http://schemas.openxmlformats.org/drawingml/2006/main" noGrp="1"/>
          </p:cNvSpPr>
          <p:nvPr/>
        </p:nvSpPr>
        <p:spPr>
          <a:xfrm xmlns:a="http://schemas.openxmlformats.org/drawingml/2006/main">
            <a:off x="800100" y="545782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9F2118"/>
                </a:solidFill>
                <a:latin typeface="Arial"/>
                <a:ea typeface="Arial"/>
                <a:cs typeface="Arial"/>
              </a:defRPr>
            </a:pPr>
            <a:r>
              <a:rPr sz="900" b="1">
                <a:solidFill>
                  <a:srgbClr val="9F2118"/>
                </a:solidFill>
                <a:latin typeface="Arial"/>
                <a:ea typeface="Arial"/>
                <a:cs typeface="Arial"/>
              </a:rPr>
              <a:t>Intinya</a:t>
            </a:r>
          </a:p>
        </p:txBody>
      </p:sp>
      <p:sp>
        <p:nvSpPr>
          <p:cNvPr id="34" name="">
            <a:extLst xmlns:a="http://schemas.openxmlformats.org/drawingml/2006/main">
              <a:ext uri="{FF2B5EF4-FFF2-40B4-BE49-F238E27FC236}">
                <a16:creationId xmlns:a16="http://schemas.microsoft.com/office/drawing/2014/main" id="{2CCB5651-70A0-4C43-90D5-9B13FC2D4D8B}"/>
              </a:ext>
            </a:extLst>
          </p:cNvPr>
          <p:cNvSpPr>
            <a:spLocks xmlns:a="http://schemas.openxmlformats.org/drawingml/2006/main" noGrp="1"/>
          </p:cNvSpPr>
          <p:nvPr/>
        </p:nvSpPr>
        <p:spPr>
          <a:xfrm xmlns:a="http://schemas.openxmlformats.org/drawingml/2006/main">
            <a:off x="1714500" y="54102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666"/>
          </a:bodyPr>
          <a:lstStyle xmlns:a="http://schemas.openxmlformats.org/drawingml/2006/main"/>
          <a:p xmlns:a="http://schemas.openxmlformats.org/drawingml/2006/main">
            <a:pPr algn="l">
              <a:buNone/>
              <a:defRPr sz="1650" b="1">
                <a:solidFill>
                  <a:srgbClr val="0B0B0B"/>
                </a:solidFill>
                <a:latin typeface="Arial"/>
                <a:ea typeface="Arial"/>
                <a:cs typeface="Arial"/>
              </a:defRPr>
            </a:pPr>
            <a:r>
              <a:rPr sz="1650" b="1">
                <a:solidFill>
                  <a:srgbClr val="0B0B0B"/>
                </a:solidFill>
                <a:latin typeface="Arial"/>
                <a:ea typeface="Arial"/>
                <a:cs typeface="Arial"/>
              </a:rPr>
              <a:t>Website kini menjual proses belajar yang dapat dipahami—bukan hanya hasil akhir yang diinginkan.</a:t>
            </a:r>
          </a:p>
        </p:txBody>
      </p:sp>
    </p:spTree>
    <p:extLst>
      <p:ext uri="{BB962C8B-B14F-4D97-AF65-F5344CB8AC3E}">
        <p14:creationId xmlns:p14="http://schemas.microsoft.com/office/powerpoint/2010/main" val="2110879194"/>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693"/>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Perbandingan langsung: pesan lebih spesifik, keputusan lebih mudah</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4609326cb2214b1b"/>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c93dfe80d0745df"/>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Pesan</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Aspirasi karier</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Metode belajar nyata</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Visual</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Kampanye, gelap, banyak aksen</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Editorial, terang, fokus</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Aksi</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Satu dorongan konsultasi</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Konsultasi + eksplor program</a:t>
            </a:r>
          </a:p>
        </p:txBody>
      </p:sp>
    </p:spTree>
    <p:extLst>
      <p:ext uri="{BB962C8B-B14F-4D97-AF65-F5344CB8AC3E}">
        <p14:creationId xmlns:p14="http://schemas.microsoft.com/office/powerpoint/2010/main" val="1583731302"/>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Metode belajar: dari benefit menjadi proses yang jelas</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aca1c95dfc64ed6"/>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f731b51b5744679"/>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Struktur</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Enam benefit dalam grid</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Lima tahap belajar berurutan</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Fokus</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Apa yang ditawarkan</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Apa yang peserta jalani</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Dampak</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Value terasa generik</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Ekspektasi belajar lebih konkret</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ca74be24285042c9"/>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72064244c2a14876"/>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Tree>
    <p:extLst>
      <p:ext uri="{BB962C8B-B14F-4D97-AF65-F5344CB8AC3E}">
        <p14:creationId xmlns:p14="http://schemas.microsoft.com/office/powerpoint/2010/main" val="1583731302"/>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Perjalanan peserta: dari janji karier menjadi fase nyata</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6ca1b14a34c4fdf"/>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8685d2d19ba24213"/>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Struktur</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Roadmap karier 4 level</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Perjalanan belajar 6 fase</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Fokus</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Outcome setelah lulus</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Aktivitas sejak hari pertama</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Dampak</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Masih terasa jauh</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Komitmen waktu lebih mudah dipahami</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f31474408d6d4547"/>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98c10b4c4f73446f"/>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Tree>
    <p:extLst>
      <p:ext uri="{BB962C8B-B14F-4D97-AF65-F5344CB8AC3E}">
        <p14:creationId xmlns:p14="http://schemas.microsoft.com/office/powerpoint/2010/main" val="1583731302"/>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Program &amp; harga: dari kartu promosi menjadi alat memilih</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0b95f755019467d"/>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61259db34fd4eaf"/>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Struktur</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Benefit dan promo dominan</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Fit, outcome, durasi, OJT, harga</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Fokus</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Mendorong paket termahal</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Mencocokkan kebutuhan peserta</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Dampak</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Perbandingan lebih sulit</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Pilihan lebih rasional</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b607769856144f29"/>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6f6a800d431040d2"/>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Tree>
    <p:extLst>
      <p:ext uri="{BB962C8B-B14F-4D97-AF65-F5344CB8AC3E}">
        <p14:creationId xmlns:p14="http://schemas.microsoft.com/office/powerpoint/2010/main" val="158373130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Bukti bengkel: dari galeri menjadi bukti operasional</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caca79986064a25"/>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b35f068adcc44e64"/>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Struktur</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Galeri foto + caption</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Foto, tools, dan fungsi belajar</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Fokus</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Suasana ekosistem</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Apa yang benar-benar digunakan</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Dampak</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Terlihat menarik</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Kredibilitas metode meningkat</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62dc5f43bfd94a9c"/>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d1d6db9dfd84d9d"/>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Tree>
    <p:extLst>
      <p:ext uri="{BB962C8B-B14F-4D97-AF65-F5344CB8AC3E}">
        <p14:creationId xmlns:p14="http://schemas.microsoft.com/office/powerpoint/2010/main" val="1583731302"/>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Form konsultasi: dari qualification panjang menjadi ringkas</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53afd3075d4b4bd7"/>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95e7eeb42364b89"/>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Struktur</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8 field dalam 2 langkah</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6 field dalam 1 halaman</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Fokus</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Qualification di muka</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Konteks minimum sebelum chat</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Dampak</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Lebih banyak friksi</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Lebih cepat masuk funnel</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0d6c894c6ccb4c99"/>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67f648b7eb824234"/>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Tree>
    <p:extLst>
      <p:ext uri="{BB962C8B-B14F-4D97-AF65-F5344CB8AC3E}">
        <p14:creationId xmlns:p14="http://schemas.microsoft.com/office/powerpoint/2010/main" val="1583731302"/>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265A46F-6419-4264-AA66-7FA33EFF06D3}"/>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C54E28C4-A8E0-4187-9E15-F328B15155A1}"/>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250AD1A-8967-4EF4-8977-EF27808CE33B}"/>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Empat perubahan yang paling berdampak</a:t>
            </a:r>
          </a:p>
        </p:txBody>
      </p:sp>
      <p:sp>
        <p:nvSpPr>
          <p:cNvPr id="4" name="">
            <a:extLst xmlns:a="http://schemas.openxmlformats.org/drawingml/2006/main">
              <a:ext uri="{FF2B5EF4-FFF2-40B4-BE49-F238E27FC236}">
                <a16:creationId xmlns:a16="http://schemas.microsoft.com/office/drawing/2014/main" id="{29AED3C0-C1CF-4089-BBB6-A8B9B627DF68}"/>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AEEAF0F7-3388-48CF-BEBE-58A8FC01232C}"/>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428B7DB0-2A2D-4911-8B79-1881D096D9E7}"/>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E59447E1-AA6E-4135-B409-175CA81D68AF}"/>
              </a:ext>
            </a:extLst>
          </p:cNvPr>
          <p:cNvSpPr>
            <a:spLocks xmlns:a="http://schemas.openxmlformats.org/drawingml/2006/main" noGrp="1"/>
          </p:cNvSpPr>
          <p:nvPr/>
        </p:nvSpPr>
        <p:spPr>
          <a:xfrm xmlns:a="http://schemas.openxmlformats.org/drawingml/2006/main" rot="0">
            <a:off x="571500" y="1257300"/>
            <a:ext cx="5334000" cy="2095500"/>
          </a:xfrm>
          <a:prstGeom xmlns:a="http://schemas.openxmlformats.org/drawingml/2006/main" prst="roundRect">
            <a:avLst>
              <a:gd name="adj" fmla="val 4545"/>
            </a:avLst>
          </a:prstGeom>
          <a:solidFill xmlns:a="http://schemas.openxmlformats.org/drawingml/2006/main">
            <a:srgbClr val="F5DED9"/>
          </a:solidFill>
          <a:ln xmlns:a="http://schemas.openxmlformats.org/drawingml/2006/main" w="0">
            <a:solidFill>
              <a:srgbClr val="F5DED9"/>
            </a:solidFill>
            <a:prstDash val="solid"/>
          </a:ln>
        </p:spPr>
      </p:sp>
      <p:sp>
        <p:nvSpPr>
          <p:cNvPr id="8" name="">
            <a:extLst xmlns:a="http://schemas.openxmlformats.org/drawingml/2006/main">
              <a:ext uri="{FF2B5EF4-FFF2-40B4-BE49-F238E27FC236}">
                <a16:creationId xmlns:a16="http://schemas.microsoft.com/office/drawing/2014/main" id="{F2EF2365-D908-4EF3-B020-96BF2FB75DF8}"/>
              </a:ext>
            </a:extLst>
          </p:cNvPr>
          <p:cNvSpPr>
            <a:spLocks xmlns:a="http://schemas.openxmlformats.org/drawingml/2006/main" noGrp="1"/>
          </p:cNvSpPr>
          <p:nvPr/>
        </p:nvSpPr>
        <p:spPr>
          <a:xfrm xmlns:a="http://schemas.openxmlformats.org/drawingml/2006/main">
            <a:off x="800100" y="1466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D049278B-7B90-414D-A439-B88F642772E2}"/>
              </a:ext>
            </a:extLst>
          </p:cNvPr>
          <p:cNvSpPr>
            <a:spLocks xmlns:a="http://schemas.openxmlformats.org/drawingml/2006/main" noGrp="1"/>
          </p:cNvSpPr>
          <p:nvPr/>
        </p:nvSpPr>
        <p:spPr>
          <a:xfrm xmlns:a="http://schemas.openxmlformats.org/drawingml/2006/main">
            <a:off x="1352550" y="14287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0B0B0B"/>
                </a:solidFill>
                <a:latin typeface="Arial"/>
                <a:ea typeface="Arial"/>
                <a:cs typeface="Arial"/>
              </a:defRPr>
            </a:pPr>
            <a:r>
              <a:rPr sz="1650" b="1">
                <a:solidFill>
                  <a:srgbClr val="0B0B0B"/>
                </a:solidFill>
                <a:latin typeface="Arial"/>
                <a:ea typeface="Arial"/>
                <a:cs typeface="Arial"/>
              </a:rPr>
              <a:t>Hierarki konten</a:t>
            </a:r>
          </a:p>
        </p:txBody>
      </p:sp>
      <p:sp>
        <p:nvSpPr>
          <p:cNvPr id="10" name="">
            <a:extLst xmlns:a="http://schemas.openxmlformats.org/drawingml/2006/main">
              <a:ext uri="{FF2B5EF4-FFF2-40B4-BE49-F238E27FC236}">
                <a16:creationId xmlns:a16="http://schemas.microsoft.com/office/drawing/2014/main" id="{272FDDB7-5385-4B4D-8FE2-FFEB912C0DE7}"/>
              </a:ext>
            </a:extLst>
          </p:cNvPr>
          <p:cNvSpPr>
            <a:spLocks xmlns:a="http://schemas.openxmlformats.org/drawingml/2006/main" noGrp="1"/>
          </p:cNvSpPr>
          <p:nvPr/>
        </p:nvSpPr>
        <p:spPr>
          <a:xfrm xmlns:a="http://schemas.openxmlformats.org/drawingml/2006/main">
            <a:off x="800100" y="19431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C6281C"/>
                </a:solidFill>
                <a:latin typeface="Arial"/>
                <a:ea typeface="Arial"/>
                <a:cs typeface="Arial"/>
              </a:defRPr>
            </a:pPr>
            <a:r>
              <a:rPr sz="750" b="1">
                <a:solidFill>
                  <a:srgbClr val="C6281C"/>
                </a:solidFill>
                <a:latin typeface="Arial"/>
                <a:ea typeface="Arial"/>
                <a:cs typeface="Arial"/>
              </a:rPr>
              <a:t>YANG BERUBAH</a:t>
            </a:r>
          </a:p>
        </p:txBody>
      </p:sp>
      <p:sp>
        <p:nvSpPr>
          <p:cNvPr id="11" name="">
            <a:extLst xmlns:a="http://schemas.openxmlformats.org/drawingml/2006/main">
              <a:ext uri="{FF2B5EF4-FFF2-40B4-BE49-F238E27FC236}">
                <a16:creationId xmlns:a16="http://schemas.microsoft.com/office/drawing/2014/main" id="{547EE38C-BF13-4DF9-99D2-8555E16B741C}"/>
              </a:ext>
            </a:extLst>
          </p:cNvPr>
          <p:cNvSpPr>
            <a:spLocks xmlns:a="http://schemas.openxmlformats.org/drawingml/2006/main" noGrp="1"/>
          </p:cNvSpPr>
          <p:nvPr/>
        </p:nvSpPr>
        <p:spPr>
          <a:xfrm xmlns:a="http://schemas.openxmlformats.org/drawingml/2006/main">
            <a:off x="800100" y="21526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0B0B0B"/>
                </a:solidFill>
                <a:latin typeface="Arial"/>
                <a:ea typeface="Arial"/>
                <a:cs typeface="Arial"/>
              </a:defRPr>
            </a:pPr>
            <a:r>
              <a:rPr sz="1125" b="1">
                <a:solidFill>
                  <a:srgbClr val="0B0B0B"/>
                </a:solidFill>
                <a:latin typeface="Arial"/>
                <a:ea typeface="Arial"/>
                <a:cs typeface="Arial"/>
              </a:rPr>
              <a:t>Hero → fakta bengkel → problem → metode → outcome → program.</a:t>
            </a:r>
          </a:p>
        </p:txBody>
      </p:sp>
      <p:sp>
        <p:nvSpPr>
          <p:cNvPr id="12" name="">
            <a:extLst xmlns:a="http://schemas.openxmlformats.org/drawingml/2006/main">
              <a:ext uri="{FF2B5EF4-FFF2-40B4-BE49-F238E27FC236}">
                <a16:creationId xmlns:a16="http://schemas.microsoft.com/office/drawing/2014/main" id="{08B87FBE-2605-49EB-90B6-4FC497B5A0D2}"/>
              </a:ext>
            </a:extLst>
          </p:cNvPr>
          <p:cNvSpPr>
            <a:spLocks xmlns:a="http://schemas.openxmlformats.org/drawingml/2006/main" noGrp="1"/>
          </p:cNvSpPr>
          <p:nvPr/>
        </p:nvSpPr>
        <p:spPr>
          <a:xfrm xmlns:a="http://schemas.openxmlformats.org/drawingml/2006/main" rot="0">
            <a:off x="800100" y="2667000"/>
            <a:ext cx="4857750" cy="1905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13" name="">
            <a:extLst xmlns:a="http://schemas.openxmlformats.org/drawingml/2006/main">
              <a:ext uri="{FF2B5EF4-FFF2-40B4-BE49-F238E27FC236}">
                <a16:creationId xmlns:a16="http://schemas.microsoft.com/office/drawing/2014/main" id="{251F18ED-0E2B-46E1-ABF2-52BA505466AD}"/>
              </a:ext>
            </a:extLst>
          </p:cNvPr>
          <p:cNvSpPr>
            <a:spLocks xmlns:a="http://schemas.openxmlformats.org/drawingml/2006/main" noGrp="1"/>
          </p:cNvSpPr>
          <p:nvPr/>
        </p:nvSpPr>
        <p:spPr>
          <a:xfrm xmlns:a="http://schemas.openxmlformats.org/drawingml/2006/main">
            <a:off x="800100" y="28003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C6281C"/>
                </a:solidFill>
                <a:latin typeface="Arial"/>
                <a:ea typeface="Arial"/>
                <a:cs typeface="Arial"/>
              </a:defRPr>
            </a:pPr>
            <a:r>
              <a:rPr sz="750" b="1">
                <a:solidFill>
                  <a:srgbClr val="C6281C"/>
                </a:solidFill>
                <a:latin typeface="Arial"/>
                <a:ea typeface="Arial"/>
                <a:cs typeface="Arial"/>
              </a:rPr>
              <a:t>KENAPA</a:t>
            </a:r>
          </a:p>
        </p:txBody>
      </p:sp>
      <p:sp>
        <p:nvSpPr>
          <p:cNvPr id="14" name="">
            <a:extLst xmlns:a="http://schemas.openxmlformats.org/drawingml/2006/main">
              <a:ext uri="{FF2B5EF4-FFF2-40B4-BE49-F238E27FC236}">
                <a16:creationId xmlns:a16="http://schemas.microsoft.com/office/drawing/2014/main" id="{9C853998-64A5-48AC-9566-1368E7E6C46F}"/>
              </a:ext>
            </a:extLst>
          </p:cNvPr>
          <p:cNvSpPr>
            <a:spLocks xmlns:a="http://schemas.openxmlformats.org/drawingml/2006/main" noGrp="1"/>
          </p:cNvSpPr>
          <p:nvPr/>
        </p:nvSpPr>
        <p:spPr>
          <a:xfrm xmlns:a="http://schemas.openxmlformats.org/drawingml/2006/main">
            <a:off x="1504950" y="27622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Pengunjung mendapat alasan percaya sebelum bertemu harga dan CTA.</a:t>
            </a:r>
          </a:p>
        </p:txBody>
      </p:sp>
      <p:sp>
        <p:nvSpPr>
          <p:cNvPr id="15" name="">
            <a:extLst xmlns:a="http://schemas.openxmlformats.org/drawingml/2006/main">
              <a:ext uri="{FF2B5EF4-FFF2-40B4-BE49-F238E27FC236}">
                <a16:creationId xmlns:a16="http://schemas.microsoft.com/office/drawing/2014/main" id="{4EDD1B50-6833-480D-9BC5-90110331246B}"/>
              </a:ext>
            </a:extLst>
          </p:cNvPr>
          <p:cNvSpPr>
            <a:spLocks xmlns:a="http://schemas.openxmlformats.org/drawingml/2006/main" noGrp="1"/>
          </p:cNvSpPr>
          <p:nvPr/>
        </p:nvSpPr>
        <p:spPr>
          <a:xfrm xmlns:a="http://schemas.openxmlformats.org/drawingml/2006/main" rot="0">
            <a:off x="6229350" y="1257300"/>
            <a:ext cx="5334000" cy="2095500"/>
          </a:xfrm>
          <a:prstGeom xmlns:a="http://schemas.openxmlformats.org/drawingml/2006/main" prst="roundRect">
            <a:avLst>
              <a:gd name="adj" fmla="val 4545"/>
            </a:avLst>
          </a:prstGeom>
          <a:solidFill xmlns:a="http://schemas.openxmlformats.org/drawingml/2006/main">
            <a:srgbClr val="E8F1EA"/>
          </a:solidFill>
          <a:ln xmlns:a="http://schemas.openxmlformats.org/drawingml/2006/main" w="0">
            <a:solidFill>
              <a:srgbClr val="E8F1EA"/>
            </a:solidFill>
            <a:prstDash val="solid"/>
          </a:ln>
        </p:spPr>
      </p:sp>
      <p:sp>
        <p:nvSpPr>
          <p:cNvPr id="16" name="">
            <a:extLst xmlns:a="http://schemas.openxmlformats.org/drawingml/2006/main">
              <a:ext uri="{FF2B5EF4-FFF2-40B4-BE49-F238E27FC236}">
                <a16:creationId xmlns:a16="http://schemas.microsoft.com/office/drawing/2014/main" id="{C3DF2918-B902-4ADE-BCFC-5E693DB75998}"/>
              </a:ext>
            </a:extLst>
          </p:cNvPr>
          <p:cNvSpPr>
            <a:spLocks xmlns:a="http://schemas.openxmlformats.org/drawingml/2006/main" noGrp="1"/>
          </p:cNvSpPr>
          <p:nvPr/>
        </p:nvSpPr>
        <p:spPr>
          <a:xfrm xmlns:a="http://schemas.openxmlformats.org/drawingml/2006/main">
            <a:off x="6457950" y="1466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9128160F-FD15-4C65-89A3-1AE901E5F316}"/>
              </a:ext>
            </a:extLst>
          </p:cNvPr>
          <p:cNvSpPr>
            <a:spLocks xmlns:a="http://schemas.openxmlformats.org/drawingml/2006/main" noGrp="1"/>
          </p:cNvSpPr>
          <p:nvPr/>
        </p:nvSpPr>
        <p:spPr>
          <a:xfrm xmlns:a="http://schemas.openxmlformats.org/drawingml/2006/main">
            <a:off x="7010400" y="14287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0B0B0B"/>
                </a:solidFill>
                <a:latin typeface="Arial"/>
                <a:ea typeface="Arial"/>
                <a:cs typeface="Arial"/>
              </a:defRPr>
            </a:pPr>
            <a:r>
              <a:rPr sz="1650" b="1">
                <a:solidFill>
                  <a:srgbClr val="0B0B0B"/>
                </a:solidFill>
                <a:latin typeface="Arial"/>
                <a:ea typeface="Arial"/>
                <a:cs typeface="Arial"/>
              </a:rPr>
              <a:t>Lead intake &amp; CTA</a:t>
            </a:r>
          </a:p>
        </p:txBody>
      </p:sp>
      <p:sp>
        <p:nvSpPr>
          <p:cNvPr id="18" name="">
            <a:extLst xmlns:a="http://schemas.openxmlformats.org/drawingml/2006/main">
              <a:ext uri="{FF2B5EF4-FFF2-40B4-BE49-F238E27FC236}">
                <a16:creationId xmlns:a16="http://schemas.microsoft.com/office/drawing/2014/main" id="{F96A9DB8-75EF-4AD4-A7F4-964BBAD77008}"/>
              </a:ext>
            </a:extLst>
          </p:cNvPr>
          <p:cNvSpPr>
            <a:spLocks xmlns:a="http://schemas.openxmlformats.org/drawingml/2006/main" noGrp="1"/>
          </p:cNvSpPr>
          <p:nvPr/>
        </p:nvSpPr>
        <p:spPr>
          <a:xfrm xmlns:a="http://schemas.openxmlformats.org/drawingml/2006/main">
            <a:off x="6457950" y="19431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237A57"/>
                </a:solidFill>
                <a:latin typeface="Arial"/>
                <a:ea typeface="Arial"/>
                <a:cs typeface="Arial"/>
              </a:defRPr>
            </a:pPr>
            <a:r>
              <a:rPr sz="750" b="1">
                <a:solidFill>
                  <a:srgbClr val="237A57"/>
                </a:solidFill>
                <a:latin typeface="Arial"/>
                <a:ea typeface="Arial"/>
                <a:cs typeface="Arial"/>
              </a:rPr>
              <a:t>YANG BERUBAH</a:t>
            </a:r>
          </a:p>
        </p:txBody>
      </p:sp>
      <p:sp>
        <p:nvSpPr>
          <p:cNvPr id="19" name="">
            <a:extLst xmlns:a="http://schemas.openxmlformats.org/drawingml/2006/main">
              <a:ext uri="{FF2B5EF4-FFF2-40B4-BE49-F238E27FC236}">
                <a16:creationId xmlns:a16="http://schemas.microsoft.com/office/drawing/2014/main" id="{08B1A718-91D6-4DB5-BDB1-6DD40957B942}"/>
              </a:ext>
            </a:extLst>
          </p:cNvPr>
          <p:cNvSpPr>
            <a:spLocks xmlns:a="http://schemas.openxmlformats.org/drawingml/2006/main" noGrp="1"/>
          </p:cNvSpPr>
          <p:nvPr/>
        </p:nvSpPr>
        <p:spPr>
          <a:xfrm xmlns:a="http://schemas.openxmlformats.org/drawingml/2006/main">
            <a:off x="6457950" y="21526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0B0B0B"/>
                </a:solidFill>
                <a:latin typeface="Arial"/>
                <a:ea typeface="Arial"/>
                <a:cs typeface="Arial"/>
              </a:defRPr>
            </a:pPr>
            <a:r>
              <a:rPr sz="1125" b="1">
                <a:solidFill>
                  <a:srgbClr val="0B0B0B"/>
                </a:solidFill>
                <a:latin typeface="Arial"/>
                <a:ea typeface="Arial"/>
                <a:cs typeface="Arial"/>
              </a:rPr>
              <a:t>Before: langsung ke WhatsApp. After: short form sebelum chat.</a:t>
            </a:r>
          </a:p>
        </p:txBody>
      </p:sp>
      <p:sp>
        <p:nvSpPr>
          <p:cNvPr id="20" name="">
            <a:extLst xmlns:a="http://schemas.openxmlformats.org/drawingml/2006/main">
              <a:ext uri="{FF2B5EF4-FFF2-40B4-BE49-F238E27FC236}">
                <a16:creationId xmlns:a16="http://schemas.microsoft.com/office/drawing/2014/main" id="{57DE87BE-E0F5-4770-9876-A341B4AC7313}"/>
              </a:ext>
            </a:extLst>
          </p:cNvPr>
          <p:cNvSpPr>
            <a:spLocks xmlns:a="http://schemas.openxmlformats.org/drawingml/2006/main" noGrp="1"/>
          </p:cNvSpPr>
          <p:nvPr/>
        </p:nvSpPr>
        <p:spPr>
          <a:xfrm xmlns:a="http://schemas.openxmlformats.org/drawingml/2006/main" rot="0">
            <a:off x="6457950" y="2667000"/>
            <a:ext cx="4857750" cy="19050"/>
          </a:xfrm>
          <a:prstGeom xmlns:a="http://schemas.openxmlformats.org/drawingml/2006/main" prst="rect">
            <a:avLst/>
          </a:prstGeom>
          <a:solidFill xmlns:a="http://schemas.openxmlformats.org/drawingml/2006/main">
            <a:srgbClr val="237A57"/>
          </a:solidFill>
          <a:ln xmlns:a="http://schemas.openxmlformats.org/drawingml/2006/main" w="0">
            <a:solidFill>
              <a:srgbClr val="237A57"/>
            </a:solidFill>
            <a:prstDash val="solid"/>
          </a:ln>
        </p:spPr>
      </p:sp>
      <p:sp>
        <p:nvSpPr>
          <p:cNvPr id="21" name="">
            <a:extLst xmlns:a="http://schemas.openxmlformats.org/drawingml/2006/main">
              <a:ext uri="{FF2B5EF4-FFF2-40B4-BE49-F238E27FC236}">
                <a16:creationId xmlns:a16="http://schemas.microsoft.com/office/drawing/2014/main" id="{15A69FD5-5644-454F-9D99-2A29C4345BC8}"/>
              </a:ext>
            </a:extLst>
          </p:cNvPr>
          <p:cNvSpPr>
            <a:spLocks xmlns:a="http://schemas.openxmlformats.org/drawingml/2006/main" noGrp="1"/>
          </p:cNvSpPr>
          <p:nvPr/>
        </p:nvSpPr>
        <p:spPr>
          <a:xfrm xmlns:a="http://schemas.openxmlformats.org/drawingml/2006/main">
            <a:off x="6457950" y="28003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237A57"/>
                </a:solidFill>
                <a:latin typeface="Arial"/>
                <a:ea typeface="Arial"/>
                <a:cs typeface="Arial"/>
              </a:defRPr>
            </a:pPr>
            <a:r>
              <a:rPr sz="750" b="1">
                <a:solidFill>
                  <a:srgbClr val="237A57"/>
                </a:solidFill>
                <a:latin typeface="Arial"/>
                <a:ea typeface="Arial"/>
                <a:cs typeface="Arial"/>
              </a:rPr>
              <a:t>KENAPA</a:t>
            </a:r>
          </a:p>
        </p:txBody>
      </p:sp>
      <p:sp>
        <p:nvSpPr>
          <p:cNvPr id="22" name="">
            <a:extLst xmlns:a="http://schemas.openxmlformats.org/drawingml/2006/main">
              <a:ext uri="{FF2B5EF4-FFF2-40B4-BE49-F238E27FC236}">
                <a16:creationId xmlns:a16="http://schemas.microsoft.com/office/drawing/2014/main" id="{A1CDF3AC-0FB8-4B02-BE54-6BABD20A6993}"/>
              </a:ext>
            </a:extLst>
          </p:cNvPr>
          <p:cNvSpPr>
            <a:spLocks xmlns:a="http://schemas.openxmlformats.org/drawingml/2006/main" noGrp="1"/>
          </p:cNvSpPr>
          <p:nvPr/>
        </p:nvSpPr>
        <p:spPr>
          <a:xfrm xmlns:a="http://schemas.openxmlformats.org/drawingml/2006/main">
            <a:off x="7162800" y="27622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Consultant menerima konteks lead sebelum percakapan dimulai.</a:t>
            </a:r>
          </a:p>
        </p:txBody>
      </p:sp>
      <p:sp>
        <p:nvSpPr>
          <p:cNvPr id="23" name="">
            <a:extLst xmlns:a="http://schemas.openxmlformats.org/drawingml/2006/main">
              <a:ext uri="{FF2B5EF4-FFF2-40B4-BE49-F238E27FC236}">
                <a16:creationId xmlns:a16="http://schemas.microsoft.com/office/drawing/2014/main" id="{58FD7C88-0C5B-41CF-8265-108BDADD95AF}"/>
              </a:ext>
            </a:extLst>
          </p:cNvPr>
          <p:cNvSpPr>
            <a:spLocks xmlns:a="http://schemas.openxmlformats.org/drawingml/2006/main" noGrp="1"/>
          </p:cNvSpPr>
          <p:nvPr/>
        </p:nvSpPr>
        <p:spPr>
          <a:xfrm xmlns:a="http://schemas.openxmlformats.org/drawingml/2006/main" rot="0">
            <a:off x="571500" y="3657600"/>
            <a:ext cx="5334000" cy="2095500"/>
          </a:xfrm>
          <a:prstGeom xmlns:a="http://schemas.openxmlformats.org/drawingml/2006/main" prst="roundRect">
            <a:avLst>
              <a:gd name="adj" fmla="val 4545"/>
            </a:avLst>
          </a:prstGeom>
          <a:solidFill xmlns:a="http://schemas.openxmlformats.org/drawingml/2006/main">
            <a:srgbClr val="E8EFF8"/>
          </a:solidFill>
          <a:ln xmlns:a="http://schemas.openxmlformats.org/drawingml/2006/main" w="0">
            <a:solidFill>
              <a:srgbClr val="E8EFF8"/>
            </a:solidFill>
            <a:prstDash val="solid"/>
          </a:ln>
        </p:spPr>
      </p:sp>
      <p:sp>
        <p:nvSpPr>
          <p:cNvPr id="24" name="">
            <a:extLst xmlns:a="http://schemas.openxmlformats.org/drawingml/2006/main">
              <a:ext uri="{FF2B5EF4-FFF2-40B4-BE49-F238E27FC236}">
                <a16:creationId xmlns:a16="http://schemas.microsoft.com/office/drawing/2014/main" id="{AF5E9C2D-A19D-4097-B23E-5C8ECB9B1128}"/>
              </a:ext>
            </a:extLst>
          </p:cNvPr>
          <p:cNvSpPr>
            <a:spLocks xmlns:a="http://schemas.openxmlformats.org/drawingml/2006/main" noGrp="1"/>
          </p:cNvSpPr>
          <p:nvPr/>
        </p:nvSpPr>
        <p:spPr>
          <a:xfrm xmlns:a="http://schemas.openxmlformats.org/drawingml/2006/main">
            <a:off x="800100" y="38671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3D8DFF"/>
                </a:solidFill>
                <a:latin typeface="Arial"/>
                <a:ea typeface="Arial"/>
                <a:cs typeface="Arial"/>
              </a:defRPr>
            </a:pPr>
            <a:r>
              <a:rPr sz="975" b="1">
                <a:solidFill>
                  <a:srgbClr val="3D8DFF"/>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0C831546-DEE6-4A5A-8E2A-4B130F144C39}"/>
              </a:ext>
            </a:extLst>
          </p:cNvPr>
          <p:cNvSpPr>
            <a:spLocks xmlns:a="http://schemas.openxmlformats.org/drawingml/2006/main" noGrp="1"/>
          </p:cNvSpPr>
          <p:nvPr/>
        </p:nvSpPr>
        <p:spPr>
          <a:xfrm xmlns:a="http://schemas.openxmlformats.org/drawingml/2006/main">
            <a:off x="1352550" y="3829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0B0B0B"/>
                </a:solidFill>
                <a:latin typeface="Arial"/>
                <a:ea typeface="Arial"/>
                <a:cs typeface="Arial"/>
              </a:defRPr>
            </a:pPr>
            <a:r>
              <a:rPr sz="1650" b="1">
                <a:solidFill>
                  <a:srgbClr val="0B0B0B"/>
                </a:solidFill>
                <a:latin typeface="Arial"/>
                <a:ea typeface="Arial"/>
                <a:cs typeface="Arial"/>
              </a:rPr>
              <a:t>Performance &amp; akses</a:t>
            </a:r>
          </a:p>
        </p:txBody>
      </p:sp>
      <p:sp>
        <p:nvSpPr>
          <p:cNvPr id="26" name="">
            <a:extLst xmlns:a="http://schemas.openxmlformats.org/drawingml/2006/main">
              <a:ext uri="{FF2B5EF4-FFF2-40B4-BE49-F238E27FC236}">
                <a16:creationId xmlns:a16="http://schemas.microsoft.com/office/drawing/2014/main" id="{E931C579-B81F-4A1A-86CA-C1BDE9A0BAE1}"/>
              </a:ext>
            </a:extLst>
          </p:cNvPr>
          <p:cNvSpPr>
            <a:spLocks xmlns:a="http://schemas.openxmlformats.org/drawingml/2006/main" noGrp="1"/>
          </p:cNvSpPr>
          <p:nvPr/>
        </p:nvSpPr>
        <p:spPr>
          <a:xfrm xmlns:a="http://schemas.openxmlformats.org/drawingml/2006/main">
            <a:off x="800100" y="43434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3D8DFF"/>
                </a:solidFill>
                <a:latin typeface="Arial"/>
                <a:ea typeface="Arial"/>
                <a:cs typeface="Arial"/>
              </a:defRPr>
            </a:pPr>
            <a:r>
              <a:rPr sz="750" b="1">
                <a:solidFill>
                  <a:srgbClr val="3D8DFF"/>
                </a:solidFill>
                <a:latin typeface="Arial"/>
                <a:ea typeface="Arial"/>
                <a:cs typeface="Arial"/>
              </a:rPr>
              <a:t>YANG BERUBAH</a:t>
            </a:r>
          </a:p>
        </p:txBody>
      </p:sp>
      <p:sp>
        <p:nvSpPr>
          <p:cNvPr id="27" name="">
            <a:extLst xmlns:a="http://schemas.openxmlformats.org/drawingml/2006/main">
              <a:ext uri="{FF2B5EF4-FFF2-40B4-BE49-F238E27FC236}">
                <a16:creationId xmlns:a16="http://schemas.microsoft.com/office/drawing/2014/main" id="{0700C987-9770-4E9E-814D-EFCCC7AFA9DE}"/>
              </a:ext>
            </a:extLst>
          </p:cNvPr>
          <p:cNvSpPr>
            <a:spLocks xmlns:a="http://schemas.openxmlformats.org/drawingml/2006/main" noGrp="1"/>
          </p:cNvSpPr>
          <p:nvPr/>
        </p:nvSpPr>
        <p:spPr>
          <a:xfrm xmlns:a="http://schemas.openxmlformats.org/drawingml/2006/main">
            <a:off x="800100" y="45529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0B0B0B"/>
                </a:solidFill>
                <a:latin typeface="Arial"/>
                <a:ea typeface="Arial"/>
                <a:cs typeface="Arial"/>
              </a:defRPr>
            </a:pPr>
            <a:r>
              <a:rPr sz="1125" b="1">
                <a:solidFill>
                  <a:srgbClr val="0B0B0B"/>
                </a:solidFill>
                <a:latin typeface="Arial"/>
                <a:ea typeface="Arial"/>
                <a:cs typeface="Arial"/>
              </a:rPr>
              <a:t>Aset diringankan; interaksi, focus state, touch target, dan mobile dijaga.</a:t>
            </a:r>
          </a:p>
        </p:txBody>
      </p:sp>
      <p:sp>
        <p:nvSpPr>
          <p:cNvPr id="28" name="">
            <a:extLst xmlns:a="http://schemas.openxmlformats.org/drawingml/2006/main">
              <a:ext uri="{FF2B5EF4-FFF2-40B4-BE49-F238E27FC236}">
                <a16:creationId xmlns:a16="http://schemas.microsoft.com/office/drawing/2014/main" id="{047BFE36-EDD8-4D69-9A20-12354958F483}"/>
              </a:ext>
            </a:extLst>
          </p:cNvPr>
          <p:cNvSpPr>
            <a:spLocks xmlns:a="http://schemas.openxmlformats.org/drawingml/2006/main" noGrp="1"/>
          </p:cNvSpPr>
          <p:nvPr/>
        </p:nvSpPr>
        <p:spPr>
          <a:xfrm xmlns:a="http://schemas.openxmlformats.org/drawingml/2006/main" rot="0">
            <a:off x="800100" y="5067300"/>
            <a:ext cx="485775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9" name="">
            <a:extLst xmlns:a="http://schemas.openxmlformats.org/drawingml/2006/main">
              <a:ext uri="{FF2B5EF4-FFF2-40B4-BE49-F238E27FC236}">
                <a16:creationId xmlns:a16="http://schemas.microsoft.com/office/drawing/2014/main" id="{32A287EF-1626-43C7-AD53-1A76601EBEAF}"/>
              </a:ext>
            </a:extLst>
          </p:cNvPr>
          <p:cNvSpPr>
            <a:spLocks xmlns:a="http://schemas.openxmlformats.org/drawingml/2006/main" noGrp="1"/>
          </p:cNvSpPr>
          <p:nvPr/>
        </p:nvSpPr>
        <p:spPr>
          <a:xfrm xmlns:a="http://schemas.openxmlformats.org/drawingml/2006/main">
            <a:off x="800100" y="52006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3D8DFF"/>
                </a:solidFill>
                <a:latin typeface="Arial"/>
                <a:ea typeface="Arial"/>
                <a:cs typeface="Arial"/>
              </a:defRPr>
            </a:pPr>
            <a:r>
              <a:rPr sz="750" b="1">
                <a:solidFill>
                  <a:srgbClr val="3D8DFF"/>
                </a:solidFill>
                <a:latin typeface="Arial"/>
                <a:ea typeface="Arial"/>
                <a:cs typeface="Arial"/>
              </a:rPr>
              <a:t>KENAPA</a:t>
            </a:r>
          </a:p>
        </p:txBody>
      </p:sp>
      <p:sp>
        <p:nvSpPr>
          <p:cNvPr id="30" name="">
            <a:extLst xmlns:a="http://schemas.openxmlformats.org/drawingml/2006/main">
              <a:ext uri="{FF2B5EF4-FFF2-40B4-BE49-F238E27FC236}">
                <a16:creationId xmlns:a16="http://schemas.microsoft.com/office/drawing/2014/main" id="{698C63FA-29E4-4C18-A1E5-49899284AB58}"/>
              </a:ext>
            </a:extLst>
          </p:cNvPr>
          <p:cNvSpPr>
            <a:spLocks xmlns:a="http://schemas.openxmlformats.org/drawingml/2006/main" noGrp="1"/>
          </p:cNvSpPr>
          <p:nvPr/>
        </p:nvSpPr>
        <p:spPr>
          <a:xfrm xmlns:a="http://schemas.openxmlformats.org/drawingml/2006/main">
            <a:off x="1504950" y="51625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Mengurangi friksi pada perangkat dan koneksi yang menjadi titik masuk utama.</a:t>
            </a:r>
          </a:p>
        </p:txBody>
      </p:sp>
      <p:sp>
        <p:nvSpPr>
          <p:cNvPr id="31" name="">
            <a:extLst xmlns:a="http://schemas.openxmlformats.org/drawingml/2006/main">
              <a:ext uri="{FF2B5EF4-FFF2-40B4-BE49-F238E27FC236}">
                <a16:creationId xmlns:a16="http://schemas.microsoft.com/office/drawing/2014/main" id="{6509F9AF-E5E2-4429-A29F-DE7522982012}"/>
              </a:ext>
            </a:extLst>
          </p:cNvPr>
          <p:cNvSpPr>
            <a:spLocks xmlns:a="http://schemas.openxmlformats.org/drawingml/2006/main" noGrp="1"/>
          </p:cNvSpPr>
          <p:nvPr/>
        </p:nvSpPr>
        <p:spPr>
          <a:xfrm xmlns:a="http://schemas.openxmlformats.org/drawingml/2006/main" rot="0">
            <a:off x="6229350" y="3657600"/>
            <a:ext cx="5334000" cy="2095500"/>
          </a:xfrm>
          <a:prstGeom xmlns:a="http://schemas.openxmlformats.org/drawingml/2006/main" prst="roundRect">
            <a:avLst>
              <a:gd name="adj" fmla="val 4545"/>
            </a:avLst>
          </a:prstGeom>
          <a:solidFill xmlns:a="http://schemas.openxmlformats.org/drawingml/2006/main">
            <a:srgbClr val="F4EBDC"/>
          </a:solidFill>
          <a:ln xmlns:a="http://schemas.openxmlformats.org/drawingml/2006/main" w="0">
            <a:solidFill>
              <a:srgbClr val="F4EBDC"/>
            </a:solidFill>
            <a:prstDash val="solid"/>
          </a:ln>
        </p:spPr>
      </p:sp>
      <p:sp>
        <p:nvSpPr>
          <p:cNvPr id="32" name="">
            <a:extLst xmlns:a="http://schemas.openxmlformats.org/drawingml/2006/main">
              <a:ext uri="{FF2B5EF4-FFF2-40B4-BE49-F238E27FC236}">
                <a16:creationId xmlns:a16="http://schemas.microsoft.com/office/drawing/2014/main" id="{8463FBBD-03CB-4FA1-ACA6-7956AAB9B7D5}"/>
              </a:ext>
            </a:extLst>
          </p:cNvPr>
          <p:cNvSpPr>
            <a:spLocks xmlns:a="http://schemas.openxmlformats.org/drawingml/2006/main" noGrp="1"/>
          </p:cNvSpPr>
          <p:nvPr/>
        </p:nvSpPr>
        <p:spPr>
          <a:xfrm xmlns:a="http://schemas.openxmlformats.org/drawingml/2006/main">
            <a:off x="6457950" y="38671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B66A16"/>
                </a:solidFill>
                <a:latin typeface="Arial"/>
                <a:ea typeface="Arial"/>
                <a:cs typeface="Arial"/>
              </a:defRPr>
            </a:pPr>
            <a:r>
              <a:rPr sz="975" b="1">
                <a:solidFill>
                  <a:srgbClr val="B66A16"/>
                </a:solidFill>
                <a:latin typeface="Arial"/>
                <a:ea typeface="Arial"/>
                <a:cs typeface="Arial"/>
              </a:rPr>
              <a:t>04</a:t>
            </a:r>
          </a:p>
        </p:txBody>
      </p:sp>
      <p:sp>
        <p:nvSpPr>
          <p:cNvPr id="33" name="">
            <a:extLst xmlns:a="http://schemas.openxmlformats.org/drawingml/2006/main">
              <a:ext uri="{FF2B5EF4-FFF2-40B4-BE49-F238E27FC236}">
                <a16:creationId xmlns:a16="http://schemas.microsoft.com/office/drawing/2014/main" id="{B28EEC59-CB0D-4FA5-8931-C8F861FE2782}"/>
              </a:ext>
            </a:extLst>
          </p:cNvPr>
          <p:cNvSpPr>
            <a:spLocks xmlns:a="http://schemas.openxmlformats.org/drawingml/2006/main" noGrp="1"/>
          </p:cNvSpPr>
          <p:nvPr/>
        </p:nvSpPr>
        <p:spPr>
          <a:xfrm xmlns:a="http://schemas.openxmlformats.org/drawingml/2006/main">
            <a:off x="7010400" y="3829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0B0B0B"/>
                </a:solidFill>
                <a:latin typeface="Arial"/>
                <a:ea typeface="Arial"/>
                <a:cs typeface="Arial"/>
              </a:defRPr>
            </a:pPr>
            <a:r>
              <a:rPr sz="1650" b="1">
                <a:solidFill>
                  <a:srgbClr val="0B0B0B"/>
                </a:solidFill>
                <a:latin typeface="Arial"/>
                <a:ea typeface="Arial"/>
                <a:cs typeface="Arial"/>
              </a:rPr>
              <a:t>SEO &amp; measurement</a:t>
            </a:r>
          </a:p>
        </p:txBody>
      </p:sp>
      <p:sp>
        <p:nvSpPr>
          <p:cNvPr id="34" name="">
            <a:extLst xmlns:a="http://schemas.openxmlformats.org/drawingml/2006/main">
              <a:ext uri="{FF2B5EF4-FFF2-40B4-BE49-F238E27FC236}">
                <a16:creationId xmlns:a16="http://schemas.microsoft.com/office/drawing/2014/main" id="{757F3DAD-6365-419C-A8F4-C755DF0ABA13}"/>
              </a:ext>
            </a:extLst>
          </p:cNvPr>
          <p:cNvSpPr>
            <a:spLocks xmlns:a="http://schemas.openxmlformats.org/drawingml/2006/main" noGrp="1"/>
          </p:cNvSpPr>
          <p:nvPr/>
        </p:nvSpPr>
        <p:spPr>
          <a:xfrm xmlns:a="http://schemas.openxmlformats.org/drawingml/2006/main">
            <a:off x="6457950" y="43434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B66A16"/>
                </a:solidFill>
                <a:latin typeface="Arial"/>
                <a:ea typeface="Arial"/>
                <a:cs typeface="Arial"/>
              </a:defRPr>
            </a:pPr>
            <a:r>
              <a:rPr sz="750" b="1">
                <a:solidFill>
                  <a:srgbClr val="B66A16"/>
                </a:solidFill>
                <a:latin typeface="Arial"/>
                <a:ea typeface="Arial"/>
                <a:cs typeface="Arial"/>
              </a:rPr>
              <a:t>YANG BERUBAH</a:t>
            </a:r>
          </a:p>
        </p:txBody>
      </p:sp>
      <p:sp>
        <p:nvSpPr>
          <p:cNvPr id="35" name="">
            <a:extLst xmlns:a="http://schemas.openxmlformats.org/drawingml/2006/main">
              <a:ext uri="{FF2B5EF4-FFF2-40B4-BE49-F238E27FC236}">
                <a16:creationId xmlns:a16="http://schemas.microsoft.com/office/drawing/2014/main" id="{C87BA2E3-D094-4FF7-B7EA-2ED7535EFD45}"/>
              </a:ext>
            </a:extLst>
          </p:cNvPr>
          <p:cNvSpPr>
            <a:spLocks xmlns:a="http://schemas.openxmlformats.org/drawingml/2006/main" noGrp="1"/>
          </p:cNvSpPr>
          <p:nvPr/>
        </p:nvSpPr>
        <p:spPr>
          <a:xfrm xmlns:a="http://schemas.openxmlformats.org/drawingml/2006/main">
            <a:off x="6457950" y="45529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0B0B0B"/>
                </a:solidFill>
                <a:latin typeface="Arial"/>
                <a:ea typeface="Arial"/>
                <a:cs typeface="Arial"/>
              </a:defRPr>
            </a:pPr>
            <a:r>
              <a:rPr sz="1125" b="1">
                <a:solidFill>
                  <a:srgbClr val="0B0B0B"/>
                </a:solidFill>
                <a:latin typeface="Arial"/>
                <a:ea typeface="Arial"/>
                <a:cs typeface="Arial"/>
              </a:rPr>
              <a:t>Canonical, OG, sitemap, JSON-LD, serta event funnel yang terstruktur.</a:t>
            </a:r>
          </a:p>
        </p:txBody>
      </p:sp>
      <p:sp>
        <p:nvSpPr>
          <p:cNvPr id="36" name="">
            <a:extLst xmlns:a="http://schemas.openxmlformats.org/drawingml/2006/main">
              <a:ext uri="{FF2B5EF4-FFF2-40B4-BE49-F238E27FC236}">
                <a16:creationId xmlns:a16="http://schemas.microsoft.com/office/drawing/2014/main" id="{B6653050-26D2-4E4E-966C-E6F841F4775D}"/>
              </a:ext>
            </a:extLst>
          </p:cNvPr>
          <p:cNvSpPr>
            <a:spLocks xmlns:a="http://schemas.openxmlformats.org/drawingml/2006/main" noGrp="1"/>
          </p:cNvSpPr>
          <p:nvPr/>
        </p:nvSpPr>
        <p:spPr>
          <a:xfrm xmlns:a="http://schemas.openxmlformats.org/drawingml/2006/main" rot="0">
            <a:off x="6457950" y="5067300"/>
            <a:ext cx="4857750" cy="19050"/>
          </a:xfrm>
          <a:prstGeom xmlns:a="http://schemas.openxmlformats.org/drawingml/2006/main" prst="rect">
            <a:avLst/>
          </a:prstGeom>
          <a:solidFill xmlns:a="http://schemas.openxmlformats.org/drawingml/2006/main">
            <a:srgbClr val="B66A16"/>
          </a:solidFill>
          <a:ln xmlns:a="http://schemas.openxmlformats.org/drawingml/2006/main" w="0">
            <a:solidFill>
              <a:srgbClr val="B66A16"/>
            </a:solidFill>
            <a:prstDash val="solid"/>
          </a:ln>
        </p:spPr>
      </p:sp>
      <p:sp>
        <p:nvSpPr>
          <p:cNvPr id="37" name="">
            <a:extLst xmlns:a="http://schemas.openxmlformats.org/drawingml/2006/main">
              <a:ext uri="{FF2B5EF4-FFF2-40B4-BE49-F238E27FC236}">
                <a16:creationId xmlns:a16="http://schemas.microsoft.com/office/drawing/2014/main" id="{50FC8AF9-41BC-4E11-A175-6714D6A06E24}"/>
              </a:ext>
            </a:extLst>
          </p:cNvPr>
          <p:cNvSpPr>
            <a:spLocks xmlns:a="http://schemas.openxmlformats.org/drawingml/2006/main" noGrp="1"/>
          </p:cNvSpPr>
          <p:nvPr/>
        </p:nvSpPr>
        <p:spPr>
          <a:xfrm xmlns:a="http://schemas.openxmlformats.org/drawingml/2006/main">
            <a:off x="6457950" y="52006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B66A16"/>
                </a:solidFill>
                <a:latin typeface="Arial"/>
                <a:ea typeface="Arial"/>
                <a:cs typeface="Arial"/>
              </a:defRPr>
            </a:pPr>
            <a:r>
              <a:rPr sz="750" b="1">
                <a:solidFill>
                  <a:srgbClr val="B66A16"/>
                </a:solidFill>
                <a:latin typeface="Arial"/>
                <a:ea typeface="Arial"/>
                <a:cs typeface="Arial"/>
              </a:rPr>
              <a:t>KENAPA</a:t>
            </a:r>
          </a:p>
        </p:txBody>
      </p:sp>
      <p:sp>
        <p:nvSpPr>
          <p:cNvPr id="38" name="">
            <a:extLst xmlns:a="http://schemas.openxmlformats.org/drawingml/2006/main">
              <a:ext uri="{FF2B5EF4-FFF2-40B4-BE49-F238E27FC236}">
                <a16:creationId xmlns:a16="http://schemas.microsoft.com/office/drawing/2014/main" id="{F2CD8E0F-4BA6-4CA0-A4C6-D0DB2383FF32}"/>
              </a:ext>
            </a:extLst>
          </p:cNvPr>
          <p:cNvSpPr>
            <a:spLocks xmlns:a="http://schemas.openxmlformats.org/drawingml/2006/main" noGrp="1"/>
          </p:cNvSpPr>
          <p:nvPr/>
        </p:nvSpPr>
        <p:spPr>
          <a:xfrm xmlns:a="http://schemas.openxmlformats.org/drawingml/2006/main">
            <a:off x="7162800" y="51625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Halaman lebih mudah ditemukan, dibagikan, dan dievaluasi dari data.</a:t>
            </a:r>
          </a:p>
        </p:txBody>
      </p:sp>
    </p:spTree>
    <p:extLst>
      <p:ext uri="{BB962C8B-B14F-4D97-AF65-F5344CB8AC3E}">
        <p14:creationId xmlns:p14="http://schemas.microsoft.com/office/powerpoint/2010/main" val="1580929872"/>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8DF9722-5350-4BB0-9605-CA396D781BB5}"/>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7EF425A6-3EDA-4A48-8E6D-E9A2352AD3A2}"/>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CONVERSION SYSTEM</a:t>
            </a:r>
          </a:p>
        </p:txBody>
      </p:sp>
      <p:sp>
        <p:nvSpPr>
          <p:cNvPr id="3" name="">
            <a:extLst xmlns:a="http://schemas.openxmlformats.org/drawingml/2006/main">
              <a:ext uri="{FF2B5EF4-FFF2-40B4-BE49-F238E27FC236}">
                <a16:creationId xmlns:a16="http://schemas.microsoft.com/office/drawing/2014/main" id="{3B4A1F04-C05B-4E44-B696-79C4844FC518}"/>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Di balik tampilan: konsultasi kini menjadi funnel yang terukur</a:t>
            </a:r>
          </a:p>
        </p:txBody>
      </p:sp>
      <p:sp>
        <p:nvSpPr>
          <p:cNvPr id="4" name="">
            <a:extLst xmlns:a="http://schemas.openxmlformats.org/drawingml/2006/main">
              <a:ext uri="{FF2B5EF4-FFF2-40B4-BE49-F238E27FC236}">
                <a16:creationId xmlns:a16="http://schemas.microsoft.com/office/drawing/2014/main" id="{1795E9A1-F970-4C36-84E7-5BFA20CECAB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B85BB756-A696-4880-BE87-F79F6977432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47253FC0-939A-4340-92AD-77173EE96D5A}"/>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6DA0BB17-8883-4E70-97A3-7F3098059D78}"/>
              </a:ext>
            </a:extLst>
          </p:cNvPr>
          <p:cNvSpPr>
            <a:spLocks xmlns:a="http://schemas.openxmlformats.org/drawingml/2006/main" noGrp="1"/>
          </p:cNvSpPr>
          <p:nvPr/>
        </p:nvSpPr>
        <p:spPr>
          <a:xfrm xmlns:a="http://schemas.openxmlformats.org/drawingml/2006/main">
            <a:off x="552450" y="1123950"/>
            <a:ext cx="571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F5E5A"/>
                </a:solidFill>
                <a:latin typeface="Arial"/>
                <a:ea typeface="Arial"/>
                <a:cs typeface="Arial"/>
              </a:defRPr>
            </a:pPr>
            <a:r>
              <a:rPr sz="1350" b="0">
                <a:solidFill>
                  <a:srgbClr val="5F5E5A"/>
                </a:solidFill>
                <a:latin typeface="Arial"/>
                <a:ea typeface="Arial"/>
                <a:cs typeface="Arial"/>
              </a:rPr>
              <a:t>Iterasi terbaru mempertahankan lead form, tetapi memangkasnya menjadi 6 field—3 diketik, 3 cukup sekali tap.</a:t>
            </a:r>
          </a:p>
        </p:txBody>
      </p:sp>
      <p:sp>
        <p:nvSpPr>
          <p:cNvPr id="8" name="">
            <a:extLst xmlns:a="http://schemas.openxmlformats.org/drawingml/2006/main">
              <a:ext uri="{FF2B5EF4-FFF2-40B4-BE49-F238E27FC236}">
                <a16:creationId xmlns:a16="http://schemas.microsoft.com/office/drawing/2014/main" id="{6DC3CCA5-FE5E-40EF-A605-23D248A7C512}"/>
              </a:ext>
            </a:extLst>
          </p:cNvPr>
          <p:cNvSpPr>
            <a:spLocks xmlns:a="http://schemas.openxmlformats.org/drawingml/2006/main" noGrp="1"/>
          </p:cNvSpPr>
          <p:nvPr/>
        </p:nvSpPr>
        <p:spPr>
          <a:xfrm xmlns:a="http://schemas.openxmlformats.org/drawingml/2006/main" rot="0">
            <a:off x="552450" y="1771650"/>
            <a:ext cx="4857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5BE"/>
            </a:solidFill>
            <a:prstDash val="solid"/>
          </a:ln>
        </p:spPr>
      </p:sp>
      <p:sp>
        <p:nvSpPr>
          <p:cNvPr id="9" name="">
            <a:extLst xmlns:a="http://schemas.openxmlformats.org/drawingml/2006/main">
              <a:ext uri="{FF2B5EF4-FFF2-40B4-BE49-F238E27FC236}">
                <a16:creationId xmlns:a16="http://schemas.microsoft.com/office/drawing/2014/main" id="{A0B6AFB1-87E8-421B-895E-2E66226D948B}"/>
              </a:ext>
            </a:extLst>
          </p:cNvPr>
          <p:cNvSpPr>
            <a:spLocks xmlns:a="http://schemas.openxmlformats.org/drawingml/2006/main" noGrp="1"/>
          </p:cNvSpPr>
          <p:nvPr/>
        </p:nvSpPr>
        <p:spPr>
          <a:xfrm xmlns:a="http://schemas.openxmlformats.org/drawingml/2006/main">
            <a:off x="723900" y="20002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C6281C"/>
                </a:solidFill>
                <a:latin typeface="Arial"/>
                <a:ea typeface="Arial"/>
                <a:cs typeface="Arial"/>
              </a:defRPr>
            </a:pPr>
            <a:r>
              <a:rPr sz="900" b="1">
                <a:solidFill>
                  <a:srgbClr val="C6281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5C002B04-3834-44F3-A29E-5FA84DD98587}"/>
              </a:ext>
            </a:extLst>
          </p:cNvPr>
          <p:cNvSpPr>
            <a:spLocks xmlns:a="http://schemas.openxmlformats.org/drawingml/2006/main" noGrp="1"/>
          </p:cNvSpPr>
          <p:nvPr/>
        </p:nvSpPr>
        <p:spPr>
          <a:xfrm xmlns:a="http://schemas.openxmlformats.org/drawingml/2006/main">
            <a:off x="1200150" y="19050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B0B0B"/>
                </a:solidFill>
                <a:latin typeface="Arial"/>
                <a:ea typeface="Arial"/>
                <a:cs typeface="Arial"/>
              </a:defRPr>
            </a:pPr>
            <a:r>
              <a:rPr sz="1350" b="1">
                <a:solidFill>
                  <a:srgbClr val="0B0B0B"/>
                </a:solidFill>
                <a:latin typeface="Arial"/>
                <a:ea typeface="Arial"/>
                <a:cs typeface="Arial"/>
              </a:rPr>
              <a:t>CTA</a:t>
            </a:r>
          </a:p>
        </p:txBody>
      </p:sp>
      <p:sp>
        <p:nvSpPr>
          <p:cNvPr id="11" name="">
            <a:extLst xmlns:a="http://schemas.openxmlformats.org/drawingml/2006/main">
              <a:ext uri="{FF2B5EF4-FFF2-40B4-BE49-F238E27FC236}">
                <a16:creationId xmlns:a16="http://schemas.microsoft.com/office/drawing/2014/main" id="{FE04019D-EDA2-461C-8128-16FB4DA70385}"/>
              </a:ext>
            </a:extLst>
          </p:cNvPr>
          <p:cNvSpPr>
            <a:spLocks xmlns:a="http://schemas.openxmlformats.org/drawingml/2006/main" noGrp="1"/>
          </p:cNvSpPr>
          <p:nvPr/>
        </p:nvSpPr>
        <p:spPr>
          <a:xfrm xmlns:a="http://schemas.openxmlformats.org/drawingml/2006/main">
            <a:off x="1200150" y="215265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Membawa source &amp; program</a:t>
            </a:r>
          </a:p>
        </p:txBody>
      </p:sp>
      <p:sp>
        <p:nvSpPr>
          <p:cNvPr id="12" name="">
            <a:extLst xmlns:a="http://schemas.openxmlformats.org/drawingml/2006/main">
              <a:ext uri="{FF2B5EF4-FFF2-40B4-BE49-F238E27FC236}">
                <a16:creationId xmlns:a16="http://schemas.microsoft.com/office/drawing/2014/main" id="{4FA7EA5B-F194-4D2D-8AAA-18302BFE6D8C}"/>
              </a:ext>
            </a:extLst>
          </p:cNvPr>
          <p:cNvSpPr>
            <a:spLocks xmlns:a="http://schemas.openxmlformats.org/drawingml/2006/main" noGrp="1"/>
          </p:cNvSpPr>
          <p:nvPr/>
        </p:nvSpPr>
        <p:spPr>
          <a:xfrm xmlns:a="http://schemas.openxmlformats.org/drawingml/2006/main" rot="0">
            <a:off x="552450" y="2667000"/>
            <a:ext cx="4857750" cy="685800"/>
          </a:xfrm>
          <a:prstGeom xmlns:a="http://schemas.openxmlformats.org/drawingml/2006/main" prst="roundRect">
            <a:avLst>
              <a:gd name="adj" fmla="val 11111"/>
            </a:avLst>
          </a:prstGeom>
          <a:solidFill xmlns:a="http://schemas.openxmlformats.org/drawingml/2006/main">
            <a:srgbClr val="C6281C"/>
          </a:solidFill>
          <a:ln xmlns:a="http://schemas.openxmlformats.org/drawingml/2006/main" w="9525">
            <a:solidFill>
              <a:srgbClr val="C6281C"/>
            </a:solidFill>
            <a:prstDash val="solid"/>
          </a:ln>
        </p:spPr>
      </p:sp>
      <p:sp>
        <p:nvSpPr>
          <p:cNvPr id="13" name="">
            <a:extLst xmlns:a="http://schemas.openxmlformats.org/drawingml/2006/main">
              <a:ext uri="{FF2B5EF4-FFF2-40B4-BE49-F238E27FC236}">
                <a16:creationId xmlns:a16="http://schemas.microsoft.com/office/drawing/2014/main" id="{0B25B9E3-DEBD-4C3C-877C-54FEF7791EFE}"/>
              </a:ext>
            </a:extLst>
          </p:cNvPr>
          <p:cNvSpPr>
            <a:spLocks xmlns:a="http://schemas.openxmlformats.org/drawingml/2006/main" noGrp="1"/>
          </p:cNvSpPr>
          <p:nvPr/>
        </p:nvSpPr>
        <p:spPr>
          <a:xfrm xmlns:a="http://schemas.openxmlformats.org/drawingml/2006/main">
            <a:off x="723900" y="28956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D9D4"/>
                </a:solidFill>
                <a:latin typeface="Arial"/>
                <a:ea typeface="Arial"/>
                <a:cs typeface="Arial"/>
              </a:defRPr>
            </a:pPr>
            <a:r>
              <a:rPr sz="900" b="1">
                <a:solidFill>
                  <a:srgbClr val="FFD9D4"/>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56DDCEB8-31B9-49B4-AE88-208226E0998A}"/>
              </a:ext>
            </a:extLst>
          </p:cNvPr>
          <p:cNvSpPr>
            <a:spLocks xmlns:a="http://schemas.openxmlformats.org/drawingml/2006/main" noGrp="1"/>
          </p:cNvSpPr>
          <p:nvPr/>
        </p:nvSpPr>
        <p:spPr>
          <a:xfrm xmlns:a="http://schemas.openxmlformats.org/drawingml/2006/main">
            <a:off x="1200150" y="2800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Short form</a:t>
            </a:r>
          </a:p>
        </p:txBody>
      </p:sp>
      <p:sp>
        <p:nvSpPr>
          <p:cNvPr id="15" name="">
            <a:extLst xmlns:a="http://schemas.openxmlformats.org/drawingml/2006/main">
              <a:ext uri="{FF2B5EF4-FFF2-40B4-BE49-F238E27FC236}">
                <a16:creationId xmlns:a16="http://schemas.microsoft.com/office/drawing/2014/main" id="{3E1EC26C-D4C4-4E52-893B-9AE4497B7DEE}"/>
              </a:ext>
            </a:extLst>
          </p:cNvPr>
          <p:cNvSpPr>
            <a:spLocks xmlns:a="http://schemas.openxmlformats.org/drawingml/2006/main" noGrp="1"/>
          </p:cNvSpPr>
          <p:nvPr/>
        </p:nvSpPr>
        <p:spPr>
          <a:xfrm xmlns:a="http://schemas.openxmlformats.org/drawingml/2006/main">
            <a:off x="1200150" y="304800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Konteks sebelum chat</a:t>
            </a:r>
          </a:p>
        </p:txBody>
      </p:sp>
      <p:sp>
        <p:nvSpPr>
          <p:cNvPr id="16" name="">
            <a:extLst xmlns:a="http://schemas.openxmlformats.org/drawingml/2006/main">
              <a:ext uri="{FF2B5EF4-FFF2-40B4-BE49-F238E27FC236}">
                <a16:creationId xmlns:a16="http://schemas.microsoft.com/office/drawing/2014/main" id="{D3823BB2-9BAD-49D1-AD60-9F5DA5766C3C}"/>
              </a:ext>
            </a:extLst>
          </p:cNvPr>
          <p:cNvSpPr>
            <a:spLocks xmlns:a="http://schemas.openxmlformats.org/drawingml/2006/main" noGrp="1"/>
          </p:cNvSpPr>
          <p:nvPr/>
        </p:nvSpPr>
        <p:spPr>
          <a:xfrm xmlns:a="http://schemas.openxmlformats.org/drawingml/2006/main" rot="0">
            <a:off x="552450" y="3562350"/>
            <a:ext cx="4857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5BE"/>
            </a:solidFill>
            <a:prstDash val="solid"/>
          </a:ln>
        </p:spPr>
      </p:sp>
      <p:sp>
        <p:nvSpPr>
          <p:cNvPr id="17" name="">
            <a:extLst xmlns:a="http://schemas.openxmlformats.org/drawingml/2006/main">
              <a:ext uri="{FF2B5EF4-FFF2-40B4-BE49-F238E27FC236}">
                <a16:creationId xmlns:a16="http://schemas.microsoft.com/office/drawing/2014/main" id="{BC2F0D11-C0C0-4D90-8C8C-BC35218DDCB1}"/>
              </a:ext>
            </a:extLst>
          </p:cNvPr>
          <p:cNvSpPr>
            <a:spLocks xmlns:a="http://schemas.openxmlformats.org/drawingml/2006/main" noGrp="1"/>
          </p:cNvSpPr>
          <p:nvPr/>
        </p:nvSpPr>
        <p:spPr>
          <a:xfrm xmlns:a="http://schemas.openxmlformats.org/drawingml/2006/main">
            <a:off x="723900" y="37909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C6281C"/>
                </a:solidFill>
                <a:latin typeface="Arial"/>
                <a:ea typeface="Arial"/>
                <a:cs typeface="Arial"/>
              </a:defRPr>
            </a:pPr>
            <a:r>
              <a:rPr sz="900" b="1">
                <a:solidFill>
                  <a:srgbClr val="C6281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31B3580B-C483-4470-B4C2-446D0C38A72B}"/>
              </a:ext>
            </a:extLst>
          </p:cNvPr>
          <p:cNvSpPr>
            <a:spLocks xmlns:a="http://schemas.openxmlformats.org/drawingml/2006/main" noGrp="1"/>
          </p:cNvSpPr>
          <p:nvPr/>
        </p:nvSpPr>
        <p:spPr>
          <a:xfrm xmlns:a="http://schemas.openxmlformats.org/drawingml/2006/main">
            <a:off x="1200150" y="36957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B0B0B"/>
                </a:solidFill>
                <a:latin typeface="Arial"/>
                <a:ea typeface="Arial"/>
                <a:cs typeface="Arial"/>
              </a:defRPr>
            </a:pPr>
            <a:r>
              <a:rPr sz="1350" b="1">
                <a:solidFill>
                  <a:srgbClr val="0B0B0B"/>
                </a:solidFill>
                <a:latin typeface="Arial"/>
                <a:ea typeface="Arial"/>
                <a:cs typeface="Arial"/>
              </a:rPr>
              <a:t>Lead API</a:t>
            </a:r>
          </a:p>
        </p:txBody>
      </p:sp>
      <p:sp>
        <p:nvSpPr>
          <p:cNvPr id="19" name="">
            <a:extLst xmlns:a="http://schemas.openxmlformats.org/drawingml/2006/main">
              <a:ext uri="{FF2B5EF4-FFF2-40B4-BE49-F238E27FC236}">
                <a16:creationId xmlns:a16="http://schemas.microsoft.com/office/drawing/2014/main" id="{5952C3E6-FE33-471E-B528-2CB6D82BF3F5}"/>
              </a:ext>
            </a:extLst>
          </p:cNvPr>
          <p:cNvSpPr>
            <a:spLocks xmlns:a="http://schemas.openxmlformats.org/drawingml/2006/main" noGrp="1"/>
          </p:cNvSpPr>
          <p:nvPr/>
        </p:nvSpPr>
        <p:spPr>
          <a:xfrm xmlns:a="http://schemas.openxmlformats.org/drawingml/2006/main">
            <a:off x="1200150" y="394335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Simpan, deduplikasi, scoring</a:t>
            </a:r>
          </a:p>
        </p:txBody>
      </p:sp>
      <p:sp>
        <p:nvSpPr>
          <p:cNvPr id="20" name="">
            <a:extLst xmlns:a="http://schemas.openxmlformats.org/drawingml/2006/main">
              <a:ext uri="{FF2B5EF4-FFF2-40B4-BE49-F238E27FC236}">
                <a16:creationId xmlns:a16="http://schemas.microsoft.com/office/drawing/2014/main" id="{65143350-F2A1-4004-8F3D-CBF6AC7AF80B}"/>
              </a:ext>
            </a:extLst>
          </p:cNvPr>
          <p:cNvSpPr>
            <a:spLocks xmlns:a="http://schemas.openxmlformats.org/drawingml/2006/main" noGrp="1"/>
          </p:cNvSpPr>
          <p:nvPr/>
        </p:nvSpPr>
        <p:spPr>
          <a:xfrm xmlns:a="http://schemas.openxmlformats.org/drawingml/2006/main" rot="0">
            <a:off x="552450" y="4457700"/>
            <a:ext cx="4857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5BE"/>
            </a:solidFill>
            <a:prstDash val="solid"/>
          </a:ln>
        </p:spPr>
      </p:sp>
      <p:sp>
        <p:nvSpPr>
          <p:cNvPr id="21" name="">
            <a:extLst xmlns:a="http://schemas.openxmlformats.org/drawingml/2006/main">
              <a:ext uri="{FF2B5EF4-FFF2-40B4-BE49-F238E27FC236}">
                <a16:creationId xmlns:a16="http://schemas.microsoft.com/office/drawing/2014/main" id="{C21055BD-14B1-4598-A34A-6B3FAD0F4E62}"/>
              </a:ext>
            </a:extLst>
          </p:cNvPr>
          <p:cNvSpPr>
            <a:spLocks xmlns:a="http://schemas.openxmlformats.org/drawingml/2006/main" noGrp="1"/>
          </p:cNvSpPr>
          <p:nvPr/>
        </p:nvSpPr>
        <p:spPr>
          <a:xfrm xmlns:a="http://schemas.openxmlformats.org/drawingml/2006/main">
            <a:off x="723900" y="46863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C6281C"/>
                </a:solidFill>
                <a:latin typeface="Arial"/>
                <a:ea typeface="Arial"/>
                <a:cs typeface="Arial"/>
              </a:defRPr>
            </a:pPr>
            <a:r>
              <a:rPr sz="900" b="1">
                <a:solidFill>
                  <a:srgbClr val="C6281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67161ECA-EF83-4CFD-8163-78F6C863F13A}"/>
              </a:ext>
            </a:extLst>
          </p:cNvPr>
          <p:cNvSpPr>
            <a:spLocks xmlns:a="http://schemas.openxmlformats.org/drawingml/2006/main" noGrp="1"/>
          </p:cNvSpPr>
          <p:nvPr/>
        </p:nvSpPr>
        <p:spPr>
          <a:xfrm xmlns:a="http://schemas.openxmlformats.org/drawingml/2006/main">
            <a:off x="1200150" y="45910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B0B0B"/>
                </a:solidFill>
                <a:latin typeface="Arial"/>
                <a:ea typeface="Arial"/>
                <a:cs typeface="Arial"/>
              </a:defRPr>
            </a:pPr>
            <a:r>
              <a:rPr sz="1350" b="1">
                <a:solidFill>
                  <a:srgbClr val="0B0B0B"/>
                </a:solidFill>
                <a:latin typeface="Arial"/>
                <a:ea typeface="Arial"/>
                <a:cs typeface="Arial"/>
              </a:rPr>
              <a:t>Sales</a:t>
            </a:r>
          </a:p>
        </p:txBody>
      </p:sp>
      <p:sp>
        <p:nvSpPr>
          <p:cNvPr id="23" name="">
            <a:extLst xmlns:a="http://schemas.openxmlformats.org/drawingml/2006/main">
              <a:ext uri="{FF2B5EF4-FFF2-40B4-BE49-F238E27FC236}">
                <a16:creationId xmlns:a16="http://schemas.microsoft.com/office/drawing/2014/main" id="{7A4FBEDF-E1D4-4F76-94F9-118B737003C9}"/>
              </a:ext>
            </a:extLst>
          </p:cNvPr>
          <p:cNvSpPr>
            <a:spLocks xmlns:a="http://schemas.openxmlformats.org/drawingml/2006/main" noGrp="1"/>
          </p:cNvSpPr>
          <p:nvPr/>
        </p:nvSpPr>
        <p:spPr>
          <a:xfrm xmlns:a="http://schemas.openxmlformats.org/drawingml/2006/main">
            <a:off x="1200150" y="483870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Dashboard + WhatsApp</a:t>
            </a:r>
          </a:p>
        </p:txBody>
      </p:sp>
      <p:sp>
        <p:nvSpPr>
          <p:cNvPr id="24" name="">
            <a:extLst xmlns:a="http://schemas.openxmlformats.org/drawingml/2006/main">
              <a:ext uri="{FF2B5EF4-FFF2-40B4-BE49-F238E27FC236}">
                <a16:creationId xmlns:a16="http://schemas.microsoft.com/office/drawing/2014/main" id="{E44A2027-C459-40F7-B507-9B823654A8A3}"/>
              </a:ext>
            </a:extLst>
          </p:cNvPr>
          <p:cNvSpPr>
            <a:spLocks xmlns:a="http://schemas.openxmlformats.org/drawingml/2006/main" noGrp="1"/>
          </p:cNvSpPr>
          <p:nvPr/>
        </p:nvSpPr>
        <p:spPr>
          <a:xfrm xmlns:a="http://schemas.openxmlformats.org/drawingml/2006/main" rot="0">
            <a:off x="5867400" y="1333500"/>
            <a:ext cx="5791200" cy="3648075"/>
          </a:xfrm>
          <a:prstGeom xmlns:a="http://schemas.openxmlformats.org/drawingml/2006/main" prst="roundRect">
            <a:avLst>
              <a:gd name="adj" fmla="val 2611"/>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13820b6b64a84d2b"/>
          <a:srcRect xmlns:a="http://schemas.openxmlformats.org/drawingml/2006/main" l="0" t="0" r="0" b="0"/>
          <a:stretch xmlns:a="http://schemas.openxmlformats.org/drawingml/2006/main">
            <a:fillRect l="0" t="0" r="0" b="0"/>
          </a:stretch>
        </p:blipFill>
        <p:spPr>
          <a:xfrm xmlns:a="http://schemas.openxmlformats.org/drawingml/2006/main">
            <a:off x="5905500" y="1371600"/>
            <a:ext cx="5715000" cy="3571875"/>
          </a:xfrm>
          <a:prstGeom xmlns:a="http://schemas.openxmlformats.org/drawingml/2006/main" prst="roundRect">
            <a:avLst>
              <a:gd name="adj" fmla="val 2667"/>
            </a:avLst>
          </a:prstGeom>
        </p:spPr>
      </p:pic>
      <p:sp>
        <p:nvSpPr>
          <p:cNvPr id="26" name="">
            <a:extLst xmlns:a="http://schemas.openxmlformats.org/drawingml/2006/main">
              <a:ext uri="{FF2B5EF4-FFF2-40B4-BE49-F238E27FC236}">
                <a16:creationId xmlns:a16="http://schemas.microsoft.com/office/drawing/2014/main" id="{BD6F2DCE-EECB-4857-B878-5A4FD65C40E7}"/>
              </a:ext>
            </a:extLst>
          </p:cNvPr>
          <p:cNvSpPr>
            <a:spLocks xmlns:a="http://schemas.openxmlformats.org/drawingml/2006/main" noGrp="1"/>
          </p:cNvSpPr>
          <p:nvPr/>
        </p:nvSpPr>
        <p:spPr>
          <a:xfrm xmlns:a="http://schemas.openxmlformats.org/drawingml/2006/main" rot="0">
            <a:off x="5905500" y="5238750"/>
            <a:ext cx="171450" cy="17145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27" name="">
            <a:extLst xmlns:a="http://schemas.openxmlformats.org/drawingml/2006/main">
              <a:ext uri="{FF2B5EF4-FFF2-40B4-BE49-F238E27FC236}">
                <a16:creationId xmlns:a16="http://schemas.microsoft.com/office/drawing/2014/main" id="{5AA1367C-E93F-4C9C-B1CC-7A44956A829C}"/>
              </a:ext>
            </a:extLst>
          </p:cNvPr>
          <p:cNvSpPr>
            <a:spLocks xmlns:a="http://schemas.openxmlformats.org/drawingml/2006/main" noGrp="1"/>
          </p:cNvSpPr>
          <p:nvPr/>
        </p:nvSpPr>
        <p:spPr>
          <a:xfrm xmlns:a="http://schemas.openxmlformats.org/drawingml/2006/main">
            <a:off x="5905500" y="52578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23BA1A6C-B4F0-4762-89B3-3E6FCEE64C3D}"/>
              </a:ext>
            </a:extLst>
          </p:cNvPr>
          <p:cNvSpPr>
            <a:spLocks xmlns:a="http://schemas.openxmlformats.org/drawingml/2006/main" noGrp="1"/>
          </p:cNvSpPr>
          <p:nvPr/>
        </p:nvSpPr>
        <p:spPr>
          <a:xfrm xmlns:a="http://schemas.openxmlformats.org/drawingml/2006/main">
            <a:off x="6153150" y="5219700"/>
            <a:ext cx="1581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0B0B0B"/>
                </a:solidFill>
                <a:latin typeface="Arial"/>
                <a:ea typeface="Arial"/>
                <a:cs typeface="Arial"/>
              </a:defRPr>
            </a:pPr>
            <a:r>
              <a:rPr sz="975" b="1">
                <a:solidFill>
                  <a:srgbClr val="0B0B0B"/>
                </a:solidFill>
                <a:latin typeface="Arial"/>
                <a:ea typeface="Arial"/>
                <a:cs typeface="Arial"/>
              </a:rPr>
              <a:t>Lead tidak hilang jika chat batal dibuka</a:t>
            </a:r>
          </a:p>
        </p:txBody>
      </p:sp>
      <p:sp>
        <p:nvSpPr>
          <p:cNvPr id="29" name="">
            <a:extLst xmlns:a="http://schemas.openxmlformats.org/drawingml/2006/main">
              <a:ext uri="{FF2B5EF4-FFF2-40B4-BE49-F238E27FC236}">
                <a16:creationId xmlns:a16="http://schemas.microsoft.com/office/drawing/2014/main" id="{B76080A3-DA9D-44D6-9B63-11C11F570373}"/>
              </a:ext>
            </a:extLst>
          </p:cNvPr>
          <p:cNvSpPr>
            <a:spLocks xmlns:a="http://schemas.openxmlformats.org/drawingml/2006/main" noGrp="1"/>
          </p:cNvSpPr>
          <p:nvPr/>
        </p:nvSpPr>
        <p:spPr>
          <a:xfrm xmlns:a="http://schemas.openxmlformats.org/drawingml/2006/main" rot="0">
            <a:off x="7791450" y="52387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30" name="">
            <a:extLst xmlns:a="http://schemas.openxmlformats.org/drawingml/2006/main">
              <a:ext uri="{FF2B5EF4-FFF2-40B4-BE49-F238E27FC236}">
                <a16:creationId xmlns:a16="http://schemas.microsoft.com/office/drawing/2014/main" id="{7B90838E-C5B6-471A-AEF9-05A0A291D9E3}"/>
              </a:ext>
            </a:extLst>
          </p:cNvPr>
          <p:cNvSpPr>
            <a:spLocks xmlns:a="http://schemas.openxmlformats.org/drawingml/2006/main" noGrp="1"/>
          </p:cNvSpPr>
          <p:nvPr/>
        </p:nvSpPr>
        <p:spPr>
          <a:xfrm xmlns:a="http://schemas.openxmlformats.org/drawingml/2006/main">
            <a:off x="7791450" y="52578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D570874A-3DD0-4338-91C3-4A65621A3E8D}"/>
              </a:ext>
            </a:extLst>
          </p:cNvPr>
          <p:cNvSpPr>
            <a:spLocks xmlns:a="http://schemas.openxmlformats.org/drawingml/2006/main" noGrp="1"/>
          </p:cNvSpPr>
          <p:nvPr/>
        </p:nvSpPr>
        <p:spPr>
          <a:xfrm xmlns:a="http://schemas.openxmlformats.org/drawingml/2006/main">
            <a:off x="8039100" y="5219700"/>
            <a:ext cx="1581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0B0B0B"/>
                </a:solidFill>
                <a:latin typeface="Arial"/>
                <a:ea typeface="Arial"/>
                <a:cs typeface="Arial"/>
              </a:defRPr>
            </a:pPr>
            <a:r>
              <a:rPr sz="975" b="1">
                <a:solidFill>
                  <a:srgbClr val="0B0B0B"/>
                </a:solidFill>
                <a:latin typeface="Arial"/>
                <a:ea typeface="Arial"/>
                <a:cs typeface="Arial"/>
              </a:rPr>
              <a:t>Attribution dan submission ID ikut tersimpan</a:t>
            </a:r>
          </a:p>
        </p:txBody>
      </p:sp>
      <p:sp>
        <p:nvSpPr>
          <p:cNvPr id="32" name="">
            <a:extLst xmlns:a="http://schemas.openxmlformats.org/drawingml/2006/main">
              <a:ext uri="{FF2B5EF4-FFF2-40B4-BE49-F238E27FC236}">
                <a16:creationId xmlns:a16="http://schemas.microsoft.com/office/drawing/2014/main" id="{2C842CD5-2064-49BA-84D4-5177AB4D7082}"/>
              </a:ext>
            </a:extLst>
          </p:cNvPr>
          <p:cNvSpPr>
            <a:spLocks xmlns:a="http://schemas.openxmlformats.org/drawingml/2006/main" noGrp="1"/>
          </p:cNvSpPr>
          <p:nvPr/>
        </p:nvSpPr>
        <p:spPr>
          <a:xfrm xmlns:a="http://schemas.openxmlformats.org/drawingml/2006/main" rot="0">
            <a:off x="9677400" y="52387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33" name="">
            <a:extLst xmlns:a="http://schemas.openxmlformats.org/drawingml/2006/main">
              <a:ext uri="{FF2B5EF4-FFF2-40B4-BE49-F238E27FC236}">
                <a16:creationId xmlns:a16="http://schemas.microsoft.com/office/drawing/2014/main" id="{620203A3-CA12-42D4-99C2-9971005A3167}"/>
              </a:ext>
            </a:extLst>
          </p:cNvPr>
          <p:cNvSpPr>
            <a:spLocks xmlns:a="http://schemas.openxmlformats.org/drawingml/2006/main" noGrp="1"/>
          </p:cNvSpPr>
          <p:nvPr/>
        </p:nvSpPr>
        <p:spPr>
          <a:xfrm xmlns:a="http://schemas.openxmlformats.org/drawingml/2006/main">
            <a:off x="9677400" y="52578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34" name="">
            <a:extLst xmlns:a="http://schemas.openxmlformats.org/drawingml/2006/main">
              <a:ext uri="{FF2B5EF4-FFF2-40B4-BE49-F238E27FC236}">
                <a16:creationId xmlns:a16="http://schemas.microsoft.com/office/drawing/2014/main" id="{808B2F15-77FE-4595-94B7-1A828D1FE048}"/>
              </a:ext>
            </a:extLst>
          </p:cNvPr>
          <p:cNvSpPr>
            <a:spLocks xmlns:a="http://schemas.openxmlformats.org/drawingml/2006/main" noGrp="1"/>
          </p:cNvSpPr>
          <p:nvPr/>
        </p:nvSpPr>
        <p:spPr>
          <a:xfrm xmlns:a="http://schemas.openxmlformats.org/drawingml/2006/main">
            <a:off x="9925050" y="5219700"/>
            <a:ext cx="1581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0B0B0B"/>
                </a:solidFill>
                <a:latin typeface="Arial"/>
                <a:ea typeface="Arial"/>
                <a:cs typeface="Arial"/>
              </a:defRPr>
            </a:pPr>
            <a:r>
              <a:rPr sz="975" b="1">
                <a:solidFill>
                  <a:srgbClr val="0B0B0B"/>
                </a:solidFill>
                <a:latin typeface="Arial"/>
                <a:ea typeface="Arial"/>
                <a:cs typeface="Arial"/>
              </a:rPr>
              <a:t>Consultant menerima konteks sebelum follow-up</a:t>
            </a:r>
          </a:p>
        </p:txBody>
      </p:sp>
      <p:sp>
        <p:nvSpPr>
          <p:cNvPr id="35" name="">
            <a:extLst xmlns:a="http://schemas.openxmlformats.org/drawingml/2006/main">
              <a:ext uri="{FF2B5EF4-FFF2-40B4-BE49-F238E27FC236}">
                <a16:creationId xmlns:a16="http://schemas.microsoft.com/office/drawing/2014/main" id="{01821D16-3B51-4298-92CE-2241B39F6A05}"/>
              </a:ext>
            </a:extLst>
          </p:cNvPr>
          <p:cNvSpPr>
            <a:spLocks xmlns:a="http://schemas.openxmlformats.org/drawingml/2006/main" noGrp="1"/>
          </p:cNvSpPr>
          <p:nvPr/>
        </p:nvSpPr>
        <p:spPr>
          <a:xfrm xmlns:a="http://schemas.openxmlformats.org/drawingml/2006/main">
            <a:off x="5905500" y="59436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F5E5A"/>
                </a:solidFill>
                <a:latin typeface="Arial"/>
                <a:ea typeface="Arial"/>
                <a:cs typeface="Arial"/>
              </a:defRPr>
            </a:pPr>
            <a:r>
              <a:rPr sz="900" b="0">
                <a:solidFill>
                  <a:srgbClr val="5F5E5A"/>
                </a:solidFill>
                <a:latin typeface="Arial"/>
                <a:ea typeface="Arial"/>
                <a:cs typeface="Arial"/>
              </a:rPr>
              <a:t>Catatan: scoring dan routing sudah ada di backend; rule final tetap perlu persetujuan sales.</a:t>
            </a:r>
          </a:p>
        </p:txBody>
      </p:sp>
    </p:spTree>
    <p:extLst>
      <p:ext uri="{BB962C8B-B14F-4D97-AF65-F5344CB8AC3E}">
        <p14:creationId xmlns:p14="http://schemas.microsoft.com/office/powerpoint/2010/main" val="75910409"/>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531C5C8-9183-43BD-A241-B7D9CFF8DEA1}"/>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B5281FB2-B113-426F-A986-D18F34869773}"/>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RELEASE DECISION</a:t>
            </a:r>
          </a:p>
        </p:txBody>
      </p:sp>
      <p:sp>
        <p:nvSpPr>
          <p:cNvPr id="3" name="">
            <a:extLst xmlns:a="http://schemas.openxmlformats.org/drawingml/2006/main">
              <a:ext uri="{FF2B5EF4-FFF2-40B4-BE49-F238E27FC236}">
                <a16:creationId xmlns:a16="http://schemas.microsoft.com/office/drawing/2014/main" id="{BCE4FF62-23F3-45E1-89C8-3ED159F7BF58}"/>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Redesign selesai; nilai bisnisnya dibuktikan di staging</a:t>
            </a:r>
          </a:p>
        </p:txBody>
      </p:sp>
      <p:sp>
        <p:nvSpPr>
          <p:cNvPr id="4" name="">
            <a:extLst xmlns:a="http://schemas.openxmlformats.org/drawingml/2006/main">
              <a:ext uri="{FF2B5EF4-FFF2-40B4-BE49-F238E27FC236}">
                <a16:creationId xmlns:a16="http://schemas.microsoft.com/office/drawing/2014/main" id="{FC3CD82D-901F-4CB1-8879-4069AB532D7E}"/>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4A729675-1C7F-49C1-96B8-6452D19BC3BC}"/>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88BED33C-42BF-4E4B-B2C9-FB81FBEADBD7}"/>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84548082-05EC-4EF3-931C-1038EB64CC1C}"/>
              </a:ext>
            </a:extLst>
          </p:cNvPr>
          <p:cNvSpPr>
            <a:spLocks xmlns:a="http://schemas.openxmlformats.org/drawingml/2006/main" noGrp="1"/>
          </p:cNvSpPr>
          <p:nvPr/>
        </p:nvSpPr>
        <p:spPr>
          <a:xfrm xmlns:a="http://schemas.openxmlformats.org/drawingml/2006/main">
            <a:off x="571500" y="1219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37A57"/>
                </a:solidFill>
                <a:latin typeface="Arial"/>
                <a:ea typeface="Arial"/>
                <a:cs typeface="Arial"/>
              </a:defRPr>
            </a:pPr>
            <a:r>
              <a:rPr sz="1350" b="1">
                <a:solidFill>
                  <a:srgbClr val="237A57"/>
                </a:solidFill>
                <a:latin typeface="Arial"/>
                <a:ea typeface="Arial"/>
                <a:cs typeface="Arial"/>
              </a:rPr>
              <a:t>Yang sudah siap</a:t>
            </a:r>
          </a:p>
        </p:txBody>
      </p:sp>
      <p:sp>
        <p:nvSpPr>
          <p:cNvPr id="8" name="">
            <a:extLst xmlns:a="http://schemas.openxmlformats.org/drawingml/2006/main">
              <a:ext uri="{FF2B5EF4-FFF2-40B4-BE49-F238E27FC236}">
                <a16:creationId xmlns:a16="http://schemas.microsoft.com/office/drawing/2014/main" id="{786DB3B2-4E42-4C73-BD2D-681E28EFAE65}"/>
              </a:ext>
            </a:extLst>
          </p:cNvPr>
          <p:cNvSpPr>
            <a:spLocks xmlns:a="http://schemas.openxmlformats.org/drawingml/2006/main" noGrp="1"/>
          </p:cNvSpPr>
          <p:nvPr/>
        </p:nvSpPr>
        <p:spPr>
          <a:xfrm xmlns:a="http://schemas.openxmlformats.org/drawingml/2006/main" rot="0">
            <a:off x="590550" y="167640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9" name="">
            <a:extLst xmlns:a="http://schemas.openxmlformats.org/drawingml/2006/main">
              <a:ext uri="{FF2B5EF4-FFF2-40B4-BE49-F238E27FC236}">
                <a16:creationId xmlns:a16="http://schemas.microsoft.com/office/drawing/2014/main" id="{4F914DB6-0D8B-4528-8545-314802AE6CB8}"/>
              </a:ext>
            </a:extLst>
          </p:cNvPr>
          <p:cNvSpPr>
            <a:spLocks xmlns:a="http://schemas.openxmlformats.org/drawingml/2006/main" noGrp="1"/>
          </p:cNvSpPr>
          <p:nvPr/>
        </p:nvSpPr>
        <p:spPr>
          <a:xfrm xmlns:a="http://schemas.openxmlformats.org/drawingml/2006/main">
            <a:off x="590550" y="169545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10EFC4F3-9E42-4559-9DCE-7EE69CE5F087}"/>
              </a:ext>
            </a:extLst>
          </p:cNvPr>
          <p:cNvSpPr>
            <a:spLocks xmlns:a="http://schemas.openxmlformats.org/drawingml/2006/main" noGrp="1"/>
          </p:cNvSpPr>
          <p:nvPr/>
        </p:nvSpPr>
        <p:spPr>
          <a:xfrm xmlns:a="http://schemas.openxmlformats.org/drawingml/2006/main">
            <a:off x="914400" y="16573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Visual rebuild dan production build berhasil</a:t>
            </a:r>
          </a:p>
        </p:txBody>
      </p:sp>
      <p:sp>
        <p:nvSpPr>
          <p:cNvPr id="11" name="">
            <a:extLst xmlns:a="http://schemas.openxmlformats.org/drawingml/2006/main">
              <a:ext uri="{FF2B5EF4-FFF2-40B4-BE49-F238E27FC236}">
                <a16:creationId xmlns:a16="http://schemas.microsoft.com/office/drawing/2014/main" id="{0BDDC95F-084E-49CB-AE6A-96C78FD42B6F}"/>
              </a:ext>
            </a:extLst>
          </p:cNvPr>
          <p:cNvSpPr>
            <a:spLocks xmlns:a="http://schemas.openxmlformats.org/drawingml/2006/main" noGrp="1"/>
          </p:cNvSpPr>
          <p:nvPr/>
        </p:nvSpPr>
        <p:spPr>
          <a:xfrm xmlns:a="http://schemas.openxmlformats.org/drawingml/2006/main" rot="0">
            <a:off x="590550" y="2171700"/>
            <a:ext cx="44577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2" name="">
            <a:extLst xmlns:a="http://schemas.openxmlformats.org/drawingml/2006/main">
              <a:ext uri="{FF2B5EF4-FFF2-40B4-BE49-F238E27FC236}">
                <a16:creationId xmlns:a16="http://schemas.microsoft.com/office/drawing/2014/main" id="{1487D343-F52B-4B3E-B920-42A2BEFBA365}"/>
              </a:ext>
            </a:extLst>
          </p:cNvPr>
          <p:cNvSpPr>
            <a:spLocks xmlns:a="http://schemas.openxmlformats.org/drawingml/2006/main" noGrp="1"/>
          </p:cNvSpPr>
          <p:nvPr/>
        </p:nvSpPr>
        <p:spPr>
          <a:xfrm xmlns:a="http://schemas.openxmlformats.org/drawingml/2006/main" rot="0">
            <a:off x="590550" y="24193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13" name="">
            <a:extLst xmlns:a="http://schemas.openxmlformats.org/drawingml/2006/main">
              <a:ext uri="{FF2B5EF4-FFF2-40B4-BE49-F238E27FC236}">
                <a16:creationId xmlns:a16="http://schemas.microsoft.com/office/drawing/2014/main" id="{AF96C817-B740-444F-BE5A-12B231CF434D}"/>
              </a:ext>
            </a:extLst>
          </p:cNvPr>
          <p:cNvSpPr>
            <a:spLocks xmlns:a="http://schemas.openxmlformats.org/drawingml/2006/main" noGrp="1"/>
          </p:cNvSpPr>
          <p:nvPr/>
        </p:nvSpPr>
        <p:spPr>
          <a:xfrm xmlns:a="http://schemas.openxmlformats.org/drawingml/2006/main">
            <a:off x="590550" y="24384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1FC99AC0-FFD6-4953-9187-8B8A08C7BFDC}"/>
              </a:ext>
            </a:extLst>
          </p:cNvPr>
          <p:cNvSpPr>
            <a:spLocks xmlns:a="http://schemas.openxmlformats.org/drawingml/2006/main" noGrp="1"/>
          </p:cNvSpPr>
          <p:nvPr/>
        </p:nvSpPr>
        <p:spPr>
          <a:xfrm xmlns:a="http://schemas.openxmlformats.org/drawingml/2006/main">
            <a:off x="914400" y="24003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Lead API + idempotency + scoring + routing</a:t>
            </a:r>
          </a:p>
        </p:txBody>
      </p:sp>
      <p:sp>
        <p:nvSpPr>
          <p:cNvPr id="15" name="">
            <a:extLst xmlns:a="http://schemas.openxmlformats.org/drawingml/2006/main">
              <a:ext uri="{FF2B5EF4-FFF2-40B4-BE49-F238E27FC236}">
                <a16:creationId xmlns:a16="http://schemas.microsoft.com/office/drawing/2014/main" id="{CC28C856-A7BB-4469-956E-4CBB304E183E}"/>
              </a:ext>
            </a:extLst>
          </p:cNvPr>
          <p:cNvSpPr>
            <a:spLocks xmlns:a="http://schemas.openxmlformats.org/drawingml/2006/main" noGrp="1"/>
          </p:cNvSpPr>
          <p:nvPr/>
        </p:nvSpPr>
        <p:spPr>
          <a:xfrm xmlns:a="http://schemas.openxmlformats.org/drawingml/2006/main" rot="0">
            <a:off x="590550" y="2914650"/>
            <a:ext cx="44577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6" name="">
            <a:extLst xmlns:a="http://schemas.openxmlformats.org/drawingml/2006/main">
              <a:ext uri="{FF2B5EF4-FFF2-40B4-BE49-F238E27FC236}">
                <a16:creationId xmlns:a16="http://schemas.microsoft.com/office/drawing/2014/main" id="{18A16428-3674-49BE-AF65-9C7F4A45CD83}"/>
              </a:ext>
            </a:extLst>
          </p:cNvPr>
          <p:cNvSpPr>
            <a:spLocks xmlns:a="http://schemas.openxmlformats.org/drawingml/2006/main" noGrp="1"/>
          </p:cNvSpPr>
          <p:nvPr/>
        </p:nvSpPr>
        <p:spPr>
          <a:xfrm xmlns:a="http://schemas.openxmlformats.org/drawingml/2006/main" rot="0">
            <a:off x="590550" y="316230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17" name="">
            <a:extLst xmlns:a="http://schemas.openxmlformats.org/drawingml/2006/main">
              <a:ext uri="{FF2B5EF4-FFF2-40B4-BE49-F238E27FC236}">
                <a16:creationId xmlns:a16="http://schemas.microsoft.com/office/drawing/2014/main" id="{31AEA3F4-4F44-4021-860E-2EECC5ABD027}"/>
              </a:ext>
            </a:extLst>
          </p:cNvPr>
          <p:cNvSpPr>
            <a:spLocks xmlns:a="http://schemas.openxmlformats.org/drawingml/2006/main" noGrp="1"/>
          </p:cNvSpPr>
          <p:nvPr/>
        </p:nvSpPr>
        <p:spPr>
          <a:xfrm xmlns:a="http://schemas.openxmlformats.org/drawingml/2006/main">
            <a:off x="590550" y="318135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B80974A9-4199-4B7E-9932-BA5531004B0D}"/>
              </a:ext>
            </a:extLst>
          </p:cNvPr>
          <p:cNvSpPr>
            <a:spLocks xmlns:a="http://schemas.openxmlformats.org/drawingml/2006/main" noGrp="1"/>
          </p:cNvSpPr>
          <p:nvPr/>
        </p:nvSpPr>
        <p:spPr>
          <a:xfrm xmlns:a="http://schemas.openxmlformats.org/drawingml/2006/main">
            <a:off x="914400" y="31432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Dashboard Filament untuk pipeline sales</a:t>
            </a:r>
          </a:p>
        </p:txBody>
      </p:sp>
      <p:sp>
        <p:nvSpPr>
          <p:cNvPr id="19" name="">
            <a:extLst xmlns:a="http://schemas.openxmlformats.org/drawingml/2006/main">
              <a:ext uri="{FF2B5EF4-FFF2-40B4-BE49-F238E27FC236}">
                <a16:creationId xmlns:a16="http://schemas.microsoft.com/office/drawing/2014/main" id="{D6502C8F-B261-492B-BBF0-85A04D05D41E}"/>
              </a:ext>
            </a:extLst>
          </p:cNvPr>
          <p:cNvSpPr>
            <a:spLocks xmlns:a="http://schemas.openxmlformats.org/drawingml/2006/main" noGrp="1"/>
          </p:cNvSpPr>
          <p:nvPr/>
        </p:nvSpPr>
        <p:spPr>
          <a:xfrm xmlns:a="http://schemas.openxmlformats.org/drawingml/2006/main" rot="0">
            <a:off x="590550" y="3657600"/>
            <a:ext cx="44577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0" name="">
            <a:extLst xmlns:a="http://schemas.openxmlformats.org/drawingml/2006/main">
              <a:ext uri="{FF2B5EF4-FFF2-40B4-BE49-F238E27FC236}">
                <a16:creationId xmlns:a16="http://schemas.microsoft.com/office/drawing/2014/main" id="{55335195-31DA-403A-8FC3-C210784AAE3B}"/>
              </a:ext>
            </a:extLst>
          </p:cNvPr>
          <p:cNvSpPr>
            <a:spLocks xmlns:a="http://schemas.openxmlformats.org/drawingml/2006/main" noGrp="1"/>
          </p:cNvSpPr>
          <p:nvPr/>
        </p:nvSpPr>
        <p:spPr>
          <a:xfrm xmlns:a="http://schemas.openxmlformats.org/drawingml/2006/main" rot="0">
            <a:off x="590550" y="39052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21" name="">
            <a:extLst xmlns:a="http://schemas.openxmlformats.org/drawingml/2006/main">
              <a:ext uri="{FF2B5EF4-FFF2-40B4-BE49-F238E27FC236}">
                <a16:creationId xmlns:a16="http://schemas.microsoft.com/office/drawing/2014/main" id="{60497408-3D12-42CA-B273-3D0384126CC6}"/>
              </a:ext>
            </a:extLst>
          </p:cNvPr>
          <p:cNvSpPr>
            <a:spLocks xmlns:a="http://schemas.openxmlformats.org/drawingml/2006/main" noGrp="1"/>
          </p:cNvSpPr>
          <p:nvPr/>
        </p:nvSpPr>
        <p:spPr>
          <a:xfrm xmlns:a="http://schemas.openxmlformats.org/drawingml/2006/main">
            <a:off x="590550" y="39243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AB5030A6-5B88-4C8E-9114-F7AC45F5F4B1}"/>
              </a:ext>
            </a:extLst>
          </p:cNvPr>
          <p:cNvSpPr>
            <a:spLocks xmlns:a="http://schemas.openxmlformats.org/drawingml/2006/main" noGrp="1"/>
          </p:cNvSpPr>
          <p:nvPr/>
        </p:nvSpPr>
        <p:spPr>
          <a:xfrm xmlns:a="http://schemas.openxmlformats.org/drawingml/2006/main">
            <a:off x="914400" y="38862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SEO teknis dan 8 event funnel</a:t>
            </a:r>
          </a:p>
        </p:txBody>
      </p:sp>
      <p:sp>
        <p:nvSpPr>
          <p:cNvPr id="23" name="">
            <a:extLst xmlns:a="http://schemas.openxmlformats.org/drawingml/2006/main">
              <a:ext uri="{FF2B5EF4-FFF2-40B4-BE49-F238E27FC236}">
                <a16:creationId xmlns:a16="http://schemas.microsoft.com/office/drawing/2014/main" id="{AE79F550-F24A-436F-8B81-549C7F7F79C6}"/>
              </a:ext>
            </a:extLst>
          </p:cNvPr>
          <p:cNvSpPr>
            <a:spLocks xmlns:a="http://schemas.openxmlformats.org/drawingml/2006/main" noGrp="1"/>
          </p:cNvSpPr>
          <p:nvPr/>
        </p:nvSpPr>
        <p:spPr>
          <a:xfrm xmlns:a="http://schemas.openxmlformats.org/drawingml/2006/main" rot="0">
            <a:off x="5448300" y="1143000"/>
            <a:ext cx="6191250" cy="4229100"/>
          </a:xfrm>
          <a:prstGeom xmlns:a="http://schemas.openxmlformats.org/drawingml/2006/main" prst="roundRect">
            <a:avLst>
              <a:gd name="adj" fmla="val 2252"/>
            </a:avLst>
          </a:prstGeom>
          <a:solidFill xmlns:a="http://schemas.openxmlformats.org/drawingml/2006/main">
            <a:srgbClr val="17191F"/>
          </a:solidFill>
          <a:ln xmlns:a="http://schemas.openxmlformats.org/drawingml/2006/main" w="0">
            <a:solidFill>
              <a:srgbClr val="17191F"/>
            </a:solidFill>
            <a:prstDash val="solid"/>
          </a:ln>
        </p:spPr>
      </p:sp>
      <p:sp>
        <p:nvSpPr>
          <p:cNvPr id="24" name="">
            <a:extLst xmlns:a="http://schemas.openxmlformats.org/drawingml/2006/main">
              <a:ext uri="{FF2B5EF4-FFF2-40B4-BE49-F238E27FC236}">
                <a16:creationId xmlns:a16="http://schemas.microsoft.com/office/drawing/2014/main" id="{5E600138-60C0-4DE0-838A-CEC751B0ACA2}"/>
              </a:ext>
            </a:extLst>
          </p:cNvPr>
          <p:cNvSpPr>
            <a:spLocks xmlns:a="http://schemas.openxmlformats.org/drawingml/2006/main" noGrp="1"/>
          </p:cNvSpPr>
          <p:nvPr/>
        </p:nvSpPr>
        <p:spPr>
          <a:xfrm xmlns:a="http://schemas.openxmlformats.org/drawingml/2006/main">
            <a:off x="5753100" y="14478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39A8F"/>
                </a:solidFill>
                <a:latin typeface="Arial"/>
                <a:ea typeface="Arial"/>
                <a:cs typeface="Arial"/>
              </a:defRPr>
            </a:pPr>
            <a:r>
              <a:rPr sz="900" b="1">
                <a:solidFill>
                  <a:srgbClr val="F39A8F"/>
                </a:solidFill>
                <a:latin typeface="Arial"/>
                <a:ea typeface="Arial"/>
                <a:cs typeface="Arial"/>
              </a:rPr>
              <a:t>SEBELUM PRODUCTION</a:t>
            </a:r>
          </a:p>
        </p:txBody>
      </p:sp>
      <p:sp>
        <p:nvSpPr>
          <p:cNvPr id="25" name="">
            <a:extLst xmlns:a="http://schemas.openxmlformats.org/drawingml/2006/main">
              <a:ext uri="{FF2B5EF4-FFF2-40B4-BE49-F238E27FC236}">
                <a16:creationId xmlns:a16="http://schemas.microsoft.com/office/drawing/2014/main" id="{6B9FF7D4-FF37-4D41-983D-DEB62B1E0EF6}"/>
              </a:ext>
            </a:extLst>
          </p:cNvPr>
          <p:cNvSpPr>
            <a:spLocks xmlns:a="http://schemas.openxmlformats.org/drawingml/2006/main" noGrp="1"/>
          </p:cNvSpPr>
          <p:nvPr/>
        </p:nvSpPr>
        <p:spPr>
          <a:xfrm xmlns:a="http://schemas.openxmlformats.org/drawingml/2006/main" rot="0">
            <a:off x="5753100" y="1905000"/>
            <a:ext cx="381000" cy="38100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26" name="">
            <a:extLst xmlns:a="http://schemas.openxmlformats.org/drawingml/2006/main">
              <a:ext uri="{FF2B5EF4-FFF2-40B4-BE49-F238E27FC236}">
                <a16:creationId xmlns:a16="http://schemas.microsoft.com/office/drawing/2014/main" id="{D14EB8B0-6188-4753-ADF3-2B520B61154B}"/>
              </a:ext>
            </a:extLst>
          </p:cNvPr>
          <p:cNvSpPr>
            <a:spLocks xmlns:a="http://schemas.openxmlformats.org/drawingml/2006/main" noGrp="1"/>
          </p:cNvSpPr>
          <p:nvPr/>
        </p:nvSpPr>
        <p:spPr>
          <a:xfrm xmlns:a="http://schemas.openxmlformats.org/drawingml/2006/main">
            <a:off x="5753100" y="20002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1</a:t>
            </a:r>
          </a:p>
        </p:txBody>
      </p:sp>
      <p:sp>
        <p:nvSpPr>
          <p:cNvPr id="27" name="">
            <a:extLst xmlns:a="http://schemas.openxmlformats.org/drawingml/2006/main">
              <a:ext uri="{FF2B5EF4-FFF2-40B4-BE49-F238E27FC236}">
                <a16:creationId xmlns:a16="http://schemas.microsoft.com/office/drawing/2014/main" id="{46074635-E68D-423D-8650-EFB583F8353B}"/>
              </a:ext>
            </a:extLst>
          </p:cNvPr>
          <p:cNvSpPr>
            <a:spLocks xmlns:a="http://schemas.openxmlformats.org/drawingml/2006/main" noGrp="1"/>
          </p:cNvSpPr>
          <p:nvPr/>
        </p:nvSpPr>
        <p:spPr>
          <a:xfrm xmlns:a="http://schemas.openxmlformats.org/drawingml/2006/main">
            <a:off x="6305550" y="1885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FFFFF"/>
                </a:solidFill>
                <a:latin typeface="Arial"/>
                <a:ea typeface="Arial"/>
                <a:cs typeface="Arial"/>
              </a:defRPr>
            </a:pPr>
            <a:r>
              <a:rPr sz="1500" b="1">
                <a:solidFill>
                  <a:srgbClr val="FFFFFF"/>
                </a:solidFill>
                <a:latin typeface="Arial"/>
                <a:ea typeface="Arial"/>
                <a:cs typeface="Arial"/>
              </a:rPr>
              <a:t>Hubungkan sistem</a:t>
            </a:r>
          </a:p>
        </p:txBody>
      </p:sp>
      <p:sp>
        <p:nvSpPr>
          <p:cNvPr id="28" name="">
            <a:extLst xmlns:a="http://schemas.openxmlformats.org/drawingml/2006/main">
              <a:ext uri="{FF2B5EF4-FFF2-40B4-BE49-F238E27FC236}">
                <a16:creationId xmlns:a16="http://schemas.microsoft.com/office/drawing/2014/main" id="{965AD4CB-8798-4778-B89F-DD0FAD646C26}"/>
              </a:ext>
            </a:extLst>
          </p:cNvPr>
          <p:cNvSpPr>
            <a:spLocks xmlns:a="http://schemas.openxmlformats.org/drawingml/2006/main" noGrp="1"/>
          </p:cNvSpPr>
          <p:nvPr/>
        </p:nvSpPr>
        <p:spPr>
          <a:xfrm xmlns:a="http://schemas.openxmlformats.org/drawingml/2006/main">
            <a:off x="6305550" y="218122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D7D6D2"/>
                </a:solidFill>
                <a:latin typeface="Arial"/>
                <a:ea typeface="Arial"/>
                <a:cs typeface="Arial"/>
              </a:defRPr>
            </a:pPr>
            <a:r>
              <a:rPr sz="1050" b="0">
                <a:solidFill>
                  <a:srgbClr val="D7D6D2"/>
                </a:solidFill>
                <a:latin typeface="Arial"/>
                <a:ea typeface="Arial"/>
                <a:cs typeface="Arial"/>
              </a:rPr>
              <a:t>Set env/domain, CORS, migration, consultant roster, dan queue.</a:t>
            </a:r>
          </a:p>
        </p:txBody>
      </p:sp>
      <p:sp>
        <p:nvSpPr>
          <p:cNvPr id="29" name="">
            <a:extLst xmlns:a="http://schemas.openxmlformats.org/drawingml/2006/main">
              <a:ext uri="{FF2B5EF4-FFF2-40B4-BE49-F238E27FC236}">
                <a16:creationId xmlns:a16="http://schemas.microsoft.com/office/drawing/2014/main" id="{73FD6F7F-F716-456B-995F-88BB1FA63881}"/>
              </a:ext>
            </a:extLst>
          </p:cNvPr>
          <p:cNvSpPr>
            <a:spLocks xmlns:a="http://schemas.openxmlformats.org/drawingml/2006/main" noGrp="1"/>
          </p:cNvSpPr>
          <p:nvPr/>
        </p:nvSpPr>
        <p:spPr>
          <a:xfrm xmlns:a="http://schemas.openxmlformats.org/drawingml/2006/main" rot="0">
            <a:off x="5753100" y="2971800"/>
            <a:ext cx="381000" cy="38100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30" name="">
            <a:extLst xmlns:a="http://schemas.openxmlformats.org/drawingml/2006/main">
              <a:ext uri="{FF2B5EF4-FFF2-40B4-BE49-F238E27FC236}">
                <a16:creationId xmlns:a16="http://schemas.microsoft.com/office/drawing/2014/main" id="{DB8CAFDF-ED1A-437D-86FB-F329AE53FF06}"/>
              </a:ext>
            </a:extLst>
          </p:cNvPr>
          <p:cNvSpPr>
            <a:spLocks xmlns:a="http://schemas.openxmlformats.org/drawingml/2006/main" noGrp="1"/>
          </p:cNvSpPr>
          <p:nvPr/>
        </p:nvSpPr>
        <p:spPr>
          <a:xfrm xmlns:a="http://schemas.openxmlformats.org/drawingml/2006/main">
            <a:off x="5753100" y="3067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2</a:t>
            </a:r>
          </a:p>
        </p:txBody>
      </p:sp>
      <p:sp>
        <p:nvSpPr>
          <p:cNvPr id="31" name="">
            <a:extLst xmlns:a="http://schemas.openxmlformats.org/drawingml/2006/main">
              <a:ext uri="{FF2B5EF4-FFF2-40B4-BE49-F238E27FC236}">
                <a16:creationId xmlns:a16="http://schemas.microsoft.com/office/drawing/2014/main" id="{58F5BEAD-8102-49E0-9625-786024112E99}"/>
              </a:ext>
            </a:extLst>
          </p:cNvPr>
          <p:cNvSpPr>
            <a:spLocks xmlns:a="http://schemas.openxmlformats.org/drawingml/2006/main" noGrp="1"/>
          </p:cNvSpPr>
          <p:nvPr/>
        </p:nvSpPr>
        <p:spPr>
          <a:xfrm xmlns:a="http://schemas.openxmlformats.org/drawingml/2006/main">
            <a:off x="6305550" y="29527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FFFFF"/>
                </a:solidFill>
                <a:latin typeface="Arial"/>
                <a:ea typeface="Arial"/>
                <a:cs typeface="Arial"/>
              </a:defRPr>
            </a:pPr>
            <a:r>
              <a:rPr sz="1500" b="1">
                <a:solidFill>
                  <a:srgbClr val="FFFFFF"/>
                </a:solidFill>
                <a:latin typeface="Arial"/>
                <a:ea typeface="Arial"/>
                <a:cs typeface="Arial"/>
              </a:rPr>
              <a:t>Kunci keputusan bisnis</a:t>
            </a:r>
          </a:p>
        </p:txBody>
      </p:sp>
      <p:sp>
        <p:nvSpPr>
          <p:cNvPr id="32" name="">
            <a:extLst xmlns:a="http://schemas.openxmlformats.org/drawingml/2006/main">
              <a:ext uri="{FF2B5EF4-FFF2-40B4-BE49-F238E27FC236}">
                <a16:creationId xmlns:a16="http://schemas.microsoft.com/office/drawing/2014/main" id="{21F95BB0-6483-4CF0-A861-12F789BB6AE0}"/>
              </a:ext>
            </a:extLst>
          </p:cNvPr>
          <p:cNvSpPr>
            <a:spLocks xmlns:a="http://schemas.openxmlformats.org/drawingml/2006/main" noGrp="1"/>
          </p:cNvSpPr>
          <p:nvPr/>
        </p:nvSpPr>
        <p:spPr>
          <a:xfrm xmlns:a="http://schemas.openxmlformats.org/drawingml/2006/main">
            <a:off x="6305550" y="324802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D7D6D2"/>
                </a:solidFill>
                <a:latin typeface="Arial"/>
                <a:ea typeface="Arial"/>
                <a:cs typeface="Arial"/>
              </a:defRPr>
            </a:pPr>
            <a:r>
              <a:rPr sz="1050" b="0">
                <a:solidFill>
                  <a:srgbClr val="D7D6D2"/>
                </a:solidFill>
                <a:latin typeface="Arial"/>
                <a:ea typeface="Arial"/>
                <a:cs typeface="Arial"/>
              </a:rPr>
              <a:t>Setujui scoring, SLA, privacy/retention, harga, promo, serta klaim.</a:t>
            </a:r>
          </a:p>
        </p:txBody>
      </p:sp>
      <p:sp>
        <p:nvSpPr>
          <p:cNvPr id="33" name="">
            <a:extLst xmlns:a="http://schemas.openxmlformats.org/drawingml/2006/main">
              <a:ext uri="{FF2B5EF4-FFF2-40B4-BE49-F238E27FC236}">
                <a16:creationId xmlns:a16="http://schemas.microsoft.com/office/drawing/2014/main" id="{8973AA7E-8892-47CE-A04B-93985DBF9C77}"/>
              </a:ext>
            </a:extLst>
          </p:cNvPr>
          <p:cNvSpPr>
            <a:spLocks xmlns:a="http://schemas.openxmlformats.org/drawingml/2006/main" noGrp="1"/>
          </p:cNvSpPr>
          <p:nvPr/>
        </p:nvSpPr>
        <p:spPr>
          <a:xfrm xmlns:a="http://schemas.openxmlformats.org/drawingml/2006/main" rot="0">
            <a:off x="5753100" y="4038600"/>
            <a:ext cx="381000" cy="38100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34" name="">
            <a:extLst xmlns:a="http://schemas.openxmlformats.org/drawingml/2006/main">
              <a:ext uri="{FF2B5EF4-FFF2-40B4-BE49-F238E27FC236}">
                <a16:creationId xmlns:a16="http://schemas.microsoft.com/office/drawing/2014/main" id="{06D509CC-F15E-4DBB-A2EE-BAB2FF804690}"/>
              </a:ext>
            </a:extLst>
          </p:cNvPr>
          <p:cNvSpPr>
            <a:spLocks xmlns:a="http://schemas.openxmlformats.org/drawingml/2006/main" noGrp="1"/>
          </p:cNvSpPr>
          <p:nvPr/>
        </p:nvSpPr>
        <p:spPr>
          <a:xfrm xmlns:a="http://schemas.openxmlformats.org/drawingml/2006/main">
            <a:off x="5753100" y="41338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3</a:t>
            </a:r>
          </a:p>
        </p:txBody>
      </p:sp>
      <p:sp>
        <p:nvSpPr>
          <p:cNvPr id="35" name="">
            <a:extLst xmlns:a="http://schemas.openxmlformats.org/drawingml/2006/main">
              <a:ext uri="{FF2B5EF4-FFF2-40B4-BE49-F238E27FC236}">
                <a16:creationId xmlns:a16="http://schemas.microsoft.com/office/drawing/2014/main" id="{1158B33B-F6DC-432D-8CA9-F5CB5AF38BAD}"/>
              </a:ext>
            </a:extLst>
          </p:cNvPr>
          <p:cNvSpPr>
            <a:spLocks xmlns:a="http://schemas.openxmlformats.org/drawingml/2006/main" noGrp="1"/>
          </p:cNvSpPr>
          <p:nvPr/>
        </p:nvSpPr>
        <p:spPr>
          <a:xfrm xmlns:a="http://schemas.openxmlformats.org/drawingml/2006/main">
            <a:off x="6305550" y="40195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FFFFF"/>
                </a:solidFill>
                <a:latin typeface="Arial"/>
                <a:ea typeface="Arial"/>
                <a:cs typeface="Arial"/>
              </a:defRPr>
            </a:pPr>
            <a:r>
              <a:rPr sz="1500" b="1">
                <a:solidFill>
                  <a:srgbClr val="FFFFFF"/>
                </a:solidFill>
                <a:latin typeface="Arial"/>
                <a:ea typeface="Arial"/>
                <a:cs typeface="Arial"/>
              </a:rPr>
              <a:t>Buktikan end-to-end</a:t>
            </a:r>
          </a:p>
        </p:txBody>
      </p:sp>
      <p:sp>
        <p:nvSpPr>
          <p:cNvPr id="36" name="">
            <a:extLst xmlns:a="http://schemas.openxmlformats.org/drawingml/2006/main">
              <a:ext uri="{FF2B5EF4-FFF2-40B4-BE49-F238E27FC236}">
                <a16:creationId xmlns:a16="http://schemas.microsoft.com/office/drawing/2014/main" id="{57678266-BA90-4DF1-B77A-A0C348DC5BDA}"/>
              </a:ext>
            </a:extLst>
          </p:cNvPr>
          <p:cNvSpPr>
            <a:spLocks xmlns:a="http://schemas.openxmlformats.org/drawingml/2006/main" noGrp="1"/>
          </p:cNvSpPr>
          <p:nvPr/>
        </p:nvSpPr>
        <p:spPr>
          <a:xfrm xmlns:a="http://schemas.openxmlformats.org/drawingml/2006/main">
            <a:off x="6305550" y="431482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D7D6D2"/>
                </a:solidFill>
                <a:latin typeface="Arial"/>
                <a:ea typeface="Arial"/>
                <a:cs typeface="Arial"/>
              </a:defRPr>
            </a:pPr>
            <a:r>
              <a:rPr sz="1050" b="0">
                <a:solidFill>
                  <a:srgbClr val="D7D6D2"/>
                </a:solidFill>
                <a:latin typeface="Arial"/>
                <a:ea typeface="Arial"/>
                <a:cs typeface="Arial"/>
              </a:rPr>
              <a:t>Submit staging → database → dashboard → WhatsApp; lalu GA4 dan Lighthouse production.</a:t>
            </a:r>
          </a:p>
        </p:txBody>
      </p:sp>
      <p:sp>
        <p:nvSpPr>
          <p:cNvPr id="37" name="">
            <a:extLst xmlns:a="http://schemas.openxmlformats.org/drawingml/2006/main">
              <a:ext uri="{FF2B5EF4-FFF2-40B4-BE49-F238E27FC236}">
                <a16:creationId xmlns:a16="http://schemas.microsoft.com/office/drawing/2014/main" id="{B6F7AA73-EC31-48F2-93A9-69E5E955DBA4}"/>
              </a:ext>
            </a:extLst>
          </p:cNvPr>
          <p:cNvSpPr>
            <a:spLocks xmlns:a="http://schemas.openxmlformats.org/drawingml/2006/main" noGrp="1"/>
          </p:cNvSpPr>
          <p:nvPr/>
        </p:nvSpPr>
        <p:spPr>
          <a:xfrm xmlns:a="http://schemas.openxmlformats.org/drawingml/2006/main" rot="0">
            <a:off x="571500" y="5581650"/>
            <a:ext cx="11068050" cy="666750"/>
          </a:xfrm>
          <a:prstGeom xmlns:a="http://schemas.openxmlformats.org/drawingml/2006/main" prst="roundRect">
            <a:avLst>
              <a:gd name="adj" fmla="val 11429"/>
            </a:avLst>
          </a:prstGeom>
          <a:solidFill xmlns:a="http://schemas.openxmlformats.org/drawingml/2006/main">
            <a:srgbClr val="C6281C"/>
          </a:solidFill>
          <a:ln xmlns:a="http://schemas.openxmlformats.org/drawingml/2006/main" w="0">
            <a:solidFill>
              <a:srgbClr val="C6281C"/>
            </a:solidFill>
            <a:prstDash val="solid"/>
          </a:ln>
        </p:spPr>
      </p:sp>
      <p:sp>
        <p:nvSpPr>
          <p:cNvPr id="38" name="">
            <a:extLst xmlns:a="http://schemas.openxmlformats.org/drawingml/2006/main">
              <a:ext uri="{FF2B5EF4-FFF2-40B4-BE49-F238E27FC236}">
                <a16:creationId xmlns:a16="http://schemas.microsoft.com/office/drawing/2014/main" id="{D5AFB1C3-8271-4054-96DF-194E9CF5DE39}"/>
              </a:ext>
            </a:extLst>
          </p:cNvPr>
          <p:cNvSpPr>
            <a:spLocks xmlns:a="http://schemas.openxmlformats.org/drawingml/2006/main" noGrp="1"/>
          </p:cNvSpPr>
          <p:nvPr/>
        </p:nvSpPr>
        <p:spPr>
          <a:xfrm xmlns:a="http://schemas.openxmlformats.org/drawingml/2006/main">
            <a:off x="781050" y="5791200"/>
            <a:ext cx="1314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FFD9D4"/>
                </a:solidFill>
                <a:latin typeface="Arial"/>
                <a:ea typeface="Arial"/>
                <a:cs typeface="Arial"/>
              </a:defRPr>
            </a:pPr>
            <a:r>
              <a:rPr sz="825" b="1">
                <a:solidFill>
                  <a:srgbClr val="FFD9D4"/>
                </a:solidFill>
                <a:latin typeface="Arial"/>
                <a:ea typeface="Arial"/>
                <a:cs typeface="Arial"/>
              </a:rPr>
              <a:t>REKOMENDASI</a:t>
            </a:r>
          </a:p>
        </p:txBody>
      </p:sp>
      <p:sp>
        <p:nvSpPr>
          <p:cNvPr id="39" name="">
            <a:extLst xmlns:a="http://schemas.openxmlformats.org/drawingml/2006/main">
              <a:ext uri="{FF2B5EF4-FFF2-40B4-BE49-F238E27FC236}">
                <a16:creationId xmlns:a16="http://schemas.microsoft.com/office/drawing/2014/main" id="{C6140498-7867-4D90-866F-67798F03619D}"/>
              </a:ext>
            </a:extLst>
          </p:cNvPr>
          <p:cNvSpPr>
            <a:spLocks xmlns:a="http://schemas.openxmlformats.org/drawingml/2006/main" noGrp="1"/>
          </p:cNvSpPr>
          <p:nvPr/>
        </p:nvSpPr>
        <p:spPr>
          <a:xfrm xmlns:a="http://schemas.openxmlformats.org/drawingml/2006/main">
            <a:off x="2209800" y="5715000"/>
            <a:ext cx="902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Lanjut ke staging terkontrol—ukur conversion, jangan mengulang redesign dari nol.</a:t>
            </a:r>
          </a:p>
        </p:txBody>
      </p:sp>
    </p:spTree>
    <p:extLst>
      <p:ext uri="{BB962C8B-B14F-4D97-AF65-F5344CB8AC3E}">
        <p14:creationId xmlns:p14="http://schemas.microsoft.com/office/powerpoint/2010/main" val="10932157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60241" dir="4293903">
              <a:srgbClr val="000000">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2026-08-30T14:47:42.6630000Z</dcterms:created>
  <dcterms:modified xsi:type="dcterms:W3CDTF">2026-08-30T14:47:42.6630000Z</dcterms:modified>
</coreProperties>
</file>