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f5bded33f5b4474" /><Relationship Type="http://schemas.openxmlformats.org/officeDocument/2006/relationships/extended-properties" Target="/docProps/app.xml" Id="Re9ed7598be394264" /><Relationship Type="http://schemas.openxmlformats.org/officeDocument/2006/relationships/officeDocument" Target="/ppt/presentation.xml" Id="Rb774b989422a45fa" /></Relationships>
</file>

<file path=ppt/presentation.xml><?xml version="1.0" encoding="utf-8"?>
<p:presentation xmlns:p="http://schemas.openxmlformats.org/presentationml/2006/main">
  <p:sldMasterIdLst>
    <p:sldMasterId xmlns:r="http://schemas.openxmlformats.org/officeDocument/2006/relationships" id="2147483648" r:id="R9a0fa7ee0f2f48d0"/>
  </p:sldMasterIdLst>
  <p:notesMasterIdLst>
    <p:notesMasterId xmlns:r="http://schemas.openxmlformats.org/officeDocument/2006/relationships" r:id="R973f49480db0450a"/>
  </p:notesMasterIdLst>
  <p:sldIdLst>
    <p:sldId xmlns:r="http://schemas.openxmlformats.org/officeDocument/2006/relationships" id="256" r:id="R4281a53381cb44dc"/>
    <p:sldId xmlns:r="http://schemas.openxmlformats.org/officeDocument/2006/relationships" id="257" r:id="R916911a8855e44ec"/>
    <p:sldId xmlns:r="http://schemas.openxmlformats.org/officeDocument/2006/relationships" id="258" r:id="Rc5ffbed53aa54127"/>
    <p:sldId xmlns:r="http://schemas.openxmlformats.org/officeDocument/2006/relationships" id="259" r:id="R89353bf2db0d403d"/>
    <p:sldId xmlns:r="http://schemas.openxmlformats.org/officeDocument/2006/relationships" id="260" r:id="Rece0bba5c0a740ed"/>
    <p:sldId xmlns:r="http://schemas.openxmlformats.org/officeDocument/2006/relationships" id="261" r:id="R9a21bab1a0b84541"/>
    <p:sldId xmlns:r="http://schemas.openxmlformats.org/officeDocument/2006/relationships" id="262" r:id="R0e0a5eefcdcb4baa"/>
    <p:sldId xmlns:r="http://schemas.openxmlformats.org/officeDocument/2006/relationships" id="263" r:id="R6b15d40d068745d4"/>
    <p:sldId xmlns:r="http://schemas.openxmlformats.org/officeDocument/2006/relationships" id="264" r:id="Rdf643095b32b45d2"/>
    <p:sldId xmlns:r="http://schemas.openxmlformats.org/officeDocument/2006/relationships" id="265" r:id="Rb7ddcc51c7b24d15"/>
    <p:sldId xmlns:r="http://schemas.openxmlformats.org/officeDocument/2006/relationships" id="266" r:id="Rdcd2502b01bf4c1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764f0b5571a4a1e" /><Relationship Type="http://schemas.openxmlformats.org/officeDocument/2006/relationships/slideMaster" Target="/ppt/slideMasters/slideMaster1.xml" Id="R9a0fa7ee0f2f48d0" /><Relationship Type="http://schemas.openxmlformats.org/officeDocument/2006/relationships/notesMaster" Target="/ppt/notesMasters/notesMaster1.xml" Id="R973f49480db0450a" /><Relationship Type="http://schemas.openxmlformats.org/officeDocument/2006/relationships/presProps" Target="/ppt/presProps.xml" Id="R3a1a92fff6f84aaa" /><Relationship Type="http://schemas.openxmlformats.org/officeDocument/2006/relationships/tableStyles" Target="/ppt/tableStyles.xml" Id="Rbb380c3493d34022" /><Relationship Type="http://schemas.openxmlformats.org/officeDocument/2006/relationships/slide" Target="/ppt/slides/slide1.xml" Id="R4281a53381cb44dc" /><Relationship Type="http://schemas.openxmlformats.org/officeDocument/2006/relationships/slide" Target="/ppt/slides/slide2.xml" Id="R916911a8855e44ec" /><Relationship Type="http://schemas.openxmlformats.org/officeDocument/2006/relationships/slide" Target="/ppt/slides/slide3.xml" Id="Rc5ffbed53aa54127" /><Relationship Type="http://schemas.openxmlformats.org/officeDocument/2006/relationships/slide" Target="/ppt/slides/slide4.xml" Id="R89353bf2db0d403d" /><Relationship Type="http://schemas.openxmlformats.org/officeDocument/2006/relationships/slide" Target="/ppt/slides/slide5.xml" Id="Rece0bba5c0a740ed" /><Relationship Type="http://schemas.openxmlformats.org/officeDocument/2006/relationships/slide" Target="/ppt/slides/slide6.xml" Id="R9a21bab1a0b84541" /><Relationship Type="http://schemas.openxmlformats.org/officeDocument/2006/relationships/slide" Target="/ppt/slides/slide7.xml" Id="R0e0a5eefcdcb4baa" /><Relationship Type="http://schemas.openxmlformats.org/officeDocument/2006/relationships/slide" Target="/ppt/slides/slide8.xml" Id="R6b15d40d068745d4" /><Relationship Type="http://schemas.openxmlformats.org/officeDocument/2006/relationships/slide" Target="/ppt/slides/slide9.xml" Id="Rdf643095b32b45d2" /><Relationship Type="http://schemas.openxmlformats.org/officeDocument/2006/relationships/slide" Target="/ppt/slides/slide10.xml" Id="Rb7ddcc51c7b24d15" /><Relationship Type="http://schemas.openxmlformats.org/officeDocument/2006/relationships/slide" Target="/ppt/slides/slide11.xml" Id="Rdcd2502b01bf4c1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56a3d650eb44ac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33350" dist="60241" dir="4293903">
              <a:srgbClr val="000000">
                <a:alpha val="12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330eb47e5bb48b4" /><Relationship Type="http://schemas.openxmlformats.org/officeDocument/2006/relationships/notesMaster" Target="/ppt/notesMasters/notesMaster1.xml" Id="R9548f0e504254abb" /></Relationships>
</file>

<file path=ppt/notesSlides/_rels/notesSlide2.xml.rels>&#65279;<?xml version="1.0" encoding="utf-8"?><Relationships xmlns="http://schemas.openxmlformats.org/package/2006/relationships"><Relationship Type="http://schemas.openxmlformats.org/officeDocument/2006/relationships/slide" Target="/ppt/slides/slide2.xml" Id="Rc4e892f652364ee7" /><Relationship Type="http://schemas.openxmlformats.org/officeDocument/2006/relationships/notesMaster" Target="/ppt/notesMasters/notesMaster1.xml" Id="Rc7d946f059224aee" /></Relationships>
</file>

<file path=ppt/notesSlides/_rels/notesSlide3.xml.rels>&#65279;<?xml version="1.0" encoding="utf-8"?><Relationships xmlns="http://schemas.openxmlformats.org/package/2006/relationships"><Relationship Type="http://schemas.openxmlformats.org/officeDocument/2006/relationships/slide" Target="/ppt/slides/slide3.xml" Id="Rc0c76feb7e304606" /><Relationship Type="http://schemas.openxmlformats.org/officeDocument/2006/relationships/notesMaster" Target="/ppt/notesMasters/notesMaster1.xml" Id="R4d95e70c9f194a20" /></Relationships>
</file>

<file path=ppt/notesSlides/_rels/notesSlide4.xml.rels>&#65279;<?xml version="1.0" encoding="utf-8"?><Relationships xmlns="http://schemas.openxmlformats.org/package/2006/relationships"><Relationship Type="http://schemas.openxmlformats.org/officeDocument/2006/relationships/slide" Target="/ppt/slides/slide4.xml" Id="R74c3ae8a1c064f06" /><Relationship Type="http://schemas.openxmlformats.org/officeDocument/2006/relationships/notesMaster" Target="/ppt/notesMasters/notesMaster1.xml" Id="R1959a62ec80e4bab" /></Relationships>
</file>

<file path=ppt/notesSlides/_rels/notesSlide5.xml.rels>&#65279;<?xml version="1.0" encoding="utf-8"?><Relationships xmlns="http://schemas.openxmlformats.org/package/2006/relationships"><Relationship Type="http://schemas.openxmlformats.org/officeDocument/2006/relationships/slide" Target="/ppt/slides/slide5.xml" Id="R301a2607263548e7" /><Relationship Type="http://schemas.openxmlformats.org/officeDocument/2006/relationships/notesMaster" Target="/ppt/notesMasters/notesMaster1.xml" Id="Rbbd357550b0b4643" /></Relationships>
</file>

<file path=ppt/notesSlides/_rels/notesSlide6.xml.rels>&#65279;<?xml version="1.0" encoding="utf-8"?><Relationships xmlns="http://schemas.openxmlformats.org/package/2006/relationships"><Relationship Type="http://schemas.openxmlformats.org/officeDocument/2006/relationships/slide" Target="/ppt/slides/slide6.xml" Id="Ra37156af276b44dc" /><Relationship Type="http://schemas.openxmlformats.org/officeDocument/2006/relationships/notesMaster" Target="/ppt/notesMasters/notesMaster1.xml" Id="R2c197e01a473410c" /></Relationships>
</file>

<file path=ppt/notesSlides/_rels/notesSlide7.xml.rels>&#65279;<?xml version="1.0" encoding="utf-8"?><Relationships xmlns="http://schemas.openxmlformats.org/package/2006/relationships"><Relationship Type="http://schemas.openxmlformats.org/officeDocument/2006/relationships/slide" Target="/ppt/slides/slide7.xml" Id="R6790602f44424e9a" /><Relationship Type="http://schemas.openxmlformats.org/officeDocument/2006/relationships/notesMaster" Target="/ppt/notesMasters/notesMaster1.xml" Id="R8f5e0c75a05a4a64" /></Relationships>
</file>

<file path=ppt/notesSlides/_rels/notesSlide8.xml.rels>&#65279;<?xml version="1.0" encoding="utf-8"?><Relationships xmlns="http://schemas.openxmlformats.org/package/2006/relationships"><Relationship Type="http://schemas.openxmlformats.org/officeDocument/2006/relationships/slide" Target="/ppt/slides/slide8.xml" Id="R4b6afc7034fc46c3" /><Relationship Type="http://schemas.openxmlformats.org/officeDocument/2006/relationships/notesMaster" Target="/ppt/notesMasters/notesMaster1.xml" Id="Rfbd63c180ec545f4" /></Relationships>
</file>

<file path=ppt/notesSlides/_rels/notesSlide9.xml.rels>&#65279;<?xml version="1.0" encoding="utf-8"?><Relationships xmlns="http://schemas.openxmlformats.org/package/2006/relationships"><Relationship Type="http://schemas.openxmlformats.org/officeDocument/2006/relationships/slide" Target="/ppt/slides/slide9.xml" Id="Rc7904ebc542f4871" /><Relationship Type="http://schemas.openxmlformats.org/officeDocument/2006/relationships/notesMaster" Target="/ppt/notesMasters/notesMaster1.xml" Id="R352388cd8ee3465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b9b3feca5e040af" /><Relationship Type="http://schemas.openxmlformats.org/officeDocument/2006/relationships/notesMaster" Target="/ppt/notesMasters/notesMaster1.xml" Id="R12028655e7ea441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8e36a1b853a443a" /><Relationship Type="http://schemas.openxmlformats.org/officeDocument/2006/relationships/notesMaster" Target="/ppt/notesMasters/notesMaster1.xml" Id="R79be1dfffcbc486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Buka dengan konteks bahwa ini bukan sekadar pergantian warna. Fokus presentasi adalah perubahan positioning, hierarki informasi, dan kesiapan funnel agar website lebih mudah dipercaya serta lebih mudah ditindaklanjuti oleh tim sales.</a:t>
            </a:r>
          </a:p>
          <a:p xmlns:a="http://schemas.openxmlformats.org/drawingml/2006/main">
            <a:r>
              <a:t/>
            </a:r>
          </a:p>
          <a:p xmlns:a="http://schemas.openxmlformats.org/drawingml/2006/main">
            <a:r>
              <a:t>[Sources]</a:t>
            </a:r>
          </a:p>
          <a:p xmlns:a="http://schemas.openxmlformats.org/drawingml/2006/main">
            <a:r>
              <a:t>- Current repository screenshot (HEAD a42306a), captured locally on 2026-08-30.</a:t>
            </a:r>
          </a:p>
          <a:p xmlns:a="http://schemas.openxmlformats.org/drawingml/2006/main">
            <a:r>
              <a:t>- Internal repository: docs/landing-page-revamp-proposal.md.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Tekankan pergeseran urutan persuasi. Versi lama menarik secara emosional, tetapi menumpuk outcome dan benefit sejak awal. Versi baru memulai dari konteks yang konkret—bengkel nyata—lalu membuktikan metode dan baru mengarahkan ke pilihan program.</a:t>
            </a:r>
          </a:p>
          <a:p xmlns:a="http://schemas.openxmlformats.org/drawingml/2006/main">
            <a:r>
              <a:t/>
            </a:r>
          </a:p>
          <a:p xmlns:a="http://schemas.openxmlformats.org/drawingml/2006/main">
            <a:r>
              <a:t>[Sources]</a:t>
            </a:r>
          </a:p>
          <a:p xmlns:a="http://schemas.openxmlformats.org/drawingml/2006/main">
            <a:r>
              <a:t>- Visual baseline: repository commit ec27408, captured locally on 2026-08-30.</a:t>
            </a:r>
          </a:p>
          <a:p xmlns:a="http://schemas.openxmlformats.org/drawingml/2006/main">
            <a:r>
              <a:t>- Current repository: HEAD a42306a, captured locally on 2026-08-30.</a:t>
            </a:r>
          </a:p>
          <a:p xmlns:a="http://schemas.openxmlformats.org/drawingml/2006/main">
            <a:r>
              <a:t>- Internal repository: docs/landing-page-revamp-proposal.md.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Ini adalah slide utama untuk pembacaan before/after. Arahkan audiens melihat tiga hal: perubahan kata pertama yang dibaca, perubahan suasana visual, lalu perubahan pilihan tindakan. Kedua screenshot diambil dari build lokal dengan ukuran desktop yang sama.</a:t>
            </a:r>
          </a:p>
          <a:p xmlns:a="http://schemas.openxmlformats.org/drawingml/2006/main">
            <a:r>
              <a:t/>
            </a:r>
          </a:p>
          <a:p xmlns:a="http://schemas.openxmlformats.org/drawingml/2006/main">
            <a:r>
              <a:t>[Sources]</a:t>
            </a:r>
          </a:p>
          <a:p xmlns:a="http://schemas.openxmlformats.org/drawingml/2006/main">
            <a:r>
              <a:t>- Visual baseline: repository commit ec27408, captured locally on 2026-08-30.</a:t>
            </a:r>
          </a:p>
          <a:p xmlns:a="http://schemas.openxmlformats.org/drawingml/2006/main">
            <a:r>
              <a:t>- Current repository: HEAD a42306a, captured locally on 2026-08-30.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Bandingkan cara menjelaskan metode. Versi lama menampilkan kumpulan keunggulan yang setara, sehingga peserta harus menyusun sendiri urutan belajarnya. Versi baru menunjukkan lima tahap yang konkret dan berurutan, sehingga proses belajar lebih mudah dibayangkan.</a:t>
            </a:r>
          </a:p>
          <a:p xmlns:a="http://schemas.openxmlformats.org/drawingml/2006/main">
            <a:r>
              <a:t/>
            </a:r>
          </a:p>
          <a:p xmlns:a="http://schemas.openxmlformats.org/drawingml/2006/main">
            <a:r>
              <a:t>[Sources]</a:t>
            </a:r>
          </a:p>
          <a:p xmlns:a="http://schemas.openxmlformats.org/drawingml/2006/main">
            <a:r>
              <a:t>- Visual baseline: repository commit ec27408, captured locally on 2026-08-30.</a:t>
            </a:r>
          </a:p>
          <a:p xmlns:a="http://schemas.openxmlformats.org/drawingml/2006/main">
            <a:r>
              <a:t>- Current repository: HEAD a42306a, captured locally on 2026-08-30.</a:t>
            </a:r>
          </a:p>
          <a:p xmlns:a="http://schemas.openxmlformats.org/drawingml/2006/main">
            <a:r>
              <a:t>- Internal repository: docs/landing-page-revamp-proposal.md.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Versi lama melompat ke prospek karier setelah lulus. Versi baru memecah pengalaman peserta menjadi enam fase sejak hari pertama, sehingga aktivitas, ritme, dan komitmen waktu terasa lebih dekat serta realistis.</a:t>
            </a:r>
          </a:p>
          <a:p xmlns:a="http://schemas.openxmlformats.org/drawingml/2006/main">
            <a:r>
              <a:t/>
            </a:r>
          </a:p>
          <a:p xmlns:a="http://schemas.openxmlformats.org/drawingml/2006/main">
            <a:r>
              <a:t>[Sources]</a:t>
            </a:r>
          </a:p>
          <a:p xmlns:a="http://schemas.openxmlformats.org/drawingml/2006/main">
            <a:r>
              <a:t>- Visual baseline: repository commit ec27408, captured locally on 2026-08-30.</a:t>
            </a:r>
          </a:p>
          <a:p xmlns:a="http://schemas.openxmlformats.org/drawingml/2006/main">
            <a:r>
              <a:t>- Current repository: HEAD a42306a, captured locally on 2026-08-30.</a:t>
            </a:r>
          </a:p>
          <a:p xmlns:a="http://schemas.openxmlformats.org/drawingml/2006/main">
            <a:r>
              <a:t>- Internal repository: docs/landing-page-revamp-proposal.md.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Bagian program kini bekerja sebagai alat memilih. Informasi fit peserta, outcome, durasi, OJT, dan harga ditempatkan dalam struktur yang dapat dibandingkan, bukan sekadar tumpukan benefit dan promo.</a:t>
            </a:r>
          </a:p>
          <a:p xmlns:a="http://schemas.openxmlformats.org/drawingml/2006/main">
            <a:r>
              <a:t/>
            </a:r>
          </a:p>
          <a:p xmlns:a="http://schemas.openxmlformats.org/drawingml/2006/main">
            <a:r>
              <a:t>[Sources]</a:t>
            </a:r>
          </a:p>
          <a:p xmlns:a="http://schemas.openxmlformats.org/drawingml/2006/main">
            <a:r>
              <a:t>- Visual baseline: repository commit ec27408, captured locally on 2026-08-30.</a:t>
            </a:r>
          </a:p>
          <a:p xmlns:a="http://schemas.openxmlformats.org/drawingml/2006/main">
            <a:r>
              <a:t>- Current repository: HEAD a42306a, captured locally on 2026-08-30.</a:t>
            </a:r>
          </a:p>
          <a:p xmlns:a="http://schemas.openxmlformats.org/drawingml/2006/main">
            <a:r>
              <a:t>- Internal repository: docs/landing-page-revamp-proposal.md.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Versi baru mengubah galeri menjadi evidence section. Setiap visual tidak hanya menunjukkan suasana, tetapi menjelaskan tools dan fungsi belajarnya. Bukti operasional ini memperkuat klaim bahwa pembelajaran berlangsung di bengkel aktif.</a:t>
            </a:r>
          </a:p>
          <a:p xmlns:a="http://schemas.openxmlformats.org/drawingml/2006/main">
            <a:r>
              <a:t/>
            </a:r>
          </a:p>
          <a:p xmlns:a="http://schemas.openxmlformats.org/drawingml/2006/main">
            <a:r>
              <a:t>[Sources]</a:t>
            </a:r>
          </a:p>
          <a:p xmlns:a="http://schemas.openxmlformats.org/drawingml/2006/main">
            <a:r>
              <a:t>- Visual baseline: repository commit ec27408, captured locally on 2026-08-30.</a:t>
            </a:r>
          </a:p>
          <a:p xmlns:a="http://schemas.openxmlformats.org/drawingml/2006/main">
            <a:r>
              <a:t>- Current repository: HEAD a42306a, captured locally on 2026-08-30.</a:t>
            </a:r>
          </a:p>
          <a:p xmlns:a="http://schemas.openxmlformats.org/drawingml/2006/main">
            <a:r>
              <a:t>- Internal repository: docs/landing-page-revamp-proposal.md.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 baru mengurangi beban awal dan mempertahankan konteks minimum yang dibutuhkan Education Consultant. Data contoh yang terlihat pada screenshot adalah data QA sintetis, bukan data pengguna.</a:t>
            </a:r>
          </a:p>
          <a:p xmlns:a="http://schemas.openxmlformats.org/drawingml/2006/main">
            <a:r>
              <a:t/>
            </a:r>
          </a:p>
          <a:p xmlns:a="http://schemas.openxmlformats.org/drawingml/2006/main">
            <a:r>
              <a:t>[Sources]</a:t>
            </a:r>
          </a:p>
          <a:p xmlns:a="http://schemas.openxmlformats.org/drawingml/2006/main">
            <a:r>
              <a:t>- Visual baseline: repository commit ec27408, captured locally on 2026-08-30.</a:t>
            </a:r>
          </a:p>
          <a:p xmlns:a="http://schemas.openxmlformats.org/drawingml/2006/main">
            <a:r>
              <a:t>- Current repository: HEAD a42306a, captured locally on 2026-08-30.</a:t>
            </a:r>
          </a:p>
          <a:p xmlns:a="http://schemas.openxmlformats.org/drawingml/2006/main">
            <a:r>
              <a:t>- Internal repository: docs/lead-api-contract.md.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Koreksi utama ada pada card 02. Pada versi Before, jalur konsultasi masih langsung menuju WhatsApp tanpa short form. Pada versi After, short form mengumpulkan konteks minimum sebelum chat, sehingga Education Consultant menerima lead yang lebih siap ditindaklanjuti.</a:t>
            </a:r>
          </a:p>
          <a:p xmlns:a="http://schemas.openxmlformats.org/drawingml/2006/main">
            <a:r>
              <a:t/>
            </a:r>
          </a:p>
          <a:p xmlns:a="http://schemas.openxmlformats.org/drawingml/2006/main">
            <a:r>
              <a:t>[Sources]</a:t>
            </a:r>
          </a:p>
          <a:p xmlns:a="http://schemas.openxmlformats.org/drawingml/2006/main">
            <a:r>
              <a:t>- Visual baseline: repository commit ec27408, captured locally on 2026-08-30.</a:t>
            </a:r>
          </a:p>
          <a:p xmlns:a="http://schemas.openxmlformats.org/drawingml/2006/main">
            <a:r>
              <a:t>- Current repository: HEAD a42306a, captured locally on 2026-08-30.</a:t>
            </a:r>
          </a:p>
          <a:p xmlns:a="http://schemas.openxmlformats.org/drawingml/2006/main">
            <a:r>
              <a:t>- Internal repository: docs/landing-page-revamp-proposal.md.</a:t>
            </a:r>
          </a:p>
          <a:p xmlns:a="http://schemas.openxmlformats.org/drawingml/2006/main">
            <a:r>
              <a:t>- Internal repository: docs/lead-api-contract.md.</a:t>
            </a:r>
          </a:p>
          <a:p xmlns:a="http://schemas.openxmlformats.org/drawingml/2006/main">
            <a:r>
              <a:t>- Internal repository: docs/release-checklist.md.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Perubahan visual dan backend saling melengkapi. Form tidak dibuat untuk menggantikan WhatsApp, tetapi untuk memastikan intent dan attribution tercatat sebelum percakapan. Backend mengendalikan validasi, idempotency, scoring, routing consultant, dan deep link WhatsApp.</a:t>
            </a:r>
          </a:p>
          <a:p xmlns:a="http://schemas.openxmlformats.org/drawingml/2006/main">
            <a:r>
              <a:t/>
            </a:r>
          </a:p>
          <a:p xmlns:a="http://schemas.openxmlformats.org/drawingml/2006/main">
            <a:r>
              <a:t>[Sources]</a:t>
            </a:r>
          </a:p>
          <a:p xmlns:a="http://schemas.openxmlformats.org/drawingml/2006/main">
            <a:r>
              <a:t>- Internal repository: docs/lead-api-contract.md.</a:t>
            </a:r>
          </a:p>
          <a:p xmlns:a="http://schemas.openxmlformats.org/drawingml/2006/main">
            <a:r>
              <a:t>- Current repository implementation: src/components/LeadForm.astro and backend/.</a:t>
            </a:r>
          </a:p>
          <a:p xmlns:a="http://schemas.openxmlformats.org/drawingml/2006/main">
            <a:r>
              <a:t>- Form screenshot captured from current local build on 2026-08-30; displayed data is synthetic QA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Tutup dengan keputusan yang jelas. Redesign dan fondasi sistem sudah cukup untuk masuk staging. Fokus berikutnya bukan menambah section baru, melainkan menghubungkan environment, menyetujui rule bisnis, lalu membuktikan jalur lead dari frontend sampai tindak lanjut sales.</a:t>
            </a:r>
          </a:p>
          <a:p xmlns:a="http://schemas.openxmlformats.org/drawingml/2006/main">
            <a:r>
              <a:t/>
            </a:r>
          </a:p>
          <a:p xmlns:a="http://schemas.openxmlformats.org/drawingml/2006/main">
            <a:r>
              <a:t>[Sources]</a:t>
            </a:r>
          </a:p>
          <a:p xmlns:a="http://schemas.openxmlformats.org/drawingml/2006/main">
            <a:r>
              <a:t>- Internal repository: docs/release-checklist.md.</a:t>
            </a:r>
          </a:p>
          <a:p xmlns:a="http://schemas.openxmlformats.org/drawingml/2006/main">
            <a:r>
              <a:t>- Internal repository: docs/environment-setup.md.</a:t>
            </a:r>
          </a:p>
          <a:p xmlns:a="http://schemas.openxmlformats.org/drawingml/2006/main">
            <a:r>
              <a:t>- Current repository implementation under backend/ and src/.</a:t>
            </a:r>
          </a:p>
          <a:p xmlns:a="http://schemas.openxmlformats.org/drawingml/2006/main">
            <a:r>
              <a:t>- Local build verification completed for baseline and current versions on 2026-08-30.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1430ed58067462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f3483465af745ec" /><Relationship Type="http://schemas.openxmlformats.org/officeDocument/2006/relationships/slideLayout" Target="/ppt/slideLayouts/slideLayout1.xml" Id="R67304364734643b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7304364734643b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33350" dist="60241" dir="4293903">
              <a:srgbClr val="000000">
                <a:alpha val="12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33fb7d6499b4cf3" /><Relationship Type="http://schemas.openxmlformats.org/officeDocument/2006/relationships/image" Target="/ppt/media/image.jpeg" Id="Rc825176f31a04348" /><Relationship Type="http://schemas.openxmlformats.org/officeDocument/2006/relationships/notesSlide" Target="/ppt/notesSlides/notesSlide1.xml" Id="Rb348de69cb2e438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ce3b099a7454d6d" /><Relationship Type="http://schemas.openxmlformats.org/officeDocument/2006/relationships/notesSlide" Target="/ppt/notesSlides/notesSlide2.xml" Id="Ra52e7ce949a848a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ed77ced474b4971" /><Relationship Type="http://schemas.openxmlformats.org/officeDocument/2006/relationships/image" Target="/ppt/media/image2.jpeg" Id="R60c718fcdb9147d1" /><Relationship Type="http://schemas.openxmlformats.org/officeDocument/2006/relationships/image" Target="/ppt/media/image3.jpeg" Id="R866681973ca44a76" /><Relationship Type="http://schemas.openxmlformats.org/officeDocument/2006/relationships/notesSlide" Target="/ppt/notesSlides/notesSlide3.xml" Id="Rf39ea4b68f4d48a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d0ba6a03b6342aa" /><Relationship Type="http://schemas.openxmlformats.org/officeDocument/2006/relationships/image" Target="/ppt/media/image2.jpeg" Id="Rcebda34baa1e4c09" /><Relationship Type="http://schemas.openxmlformats.org/officeDocument/2006/relationships/image" Target="/ppt/media/image3.jpeg" Id="R214488389ae745c4" /><Relationship Type="http://schemas.openxmlformats.org/officeDocument/2006/relationships/image" Target="/ppt/media/image4.jpeg" Id="Ra31c03246cbc4ef5" /><Relationship Type="http://schemas.openxmlformats.org/officeDocument/2006/relationships/image" Target="/ppt/media/image5.jpeg" Id="Rb6bcc1b1c88944ee" /><Relationship Type="http://schemas.openxmlformats.org/officeDocument/2006/relationships/notesSlide" Target="/ppt/notesSlides/notesSlide4.xml" Id="R0005e105ffe0449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be660bc88e5438e" /><Relationship Type="http://schemas.openxmlformats.org/officeDocument/2006/relationships/image" Target="/ppt/media/image2.jpeg" Id="Re5a6ef20882240e9" /><Relationship Type="http://schemas.openxmlformats.org/officeDocument/2006/relationships/image" Target="/ppt/media/image3.jpeg" Id="Rcaf86edf21b34d3b" /><Relationship Type="http://schemas.openxmlformats.org/officeDocument/2006/relationships/image" Target="/ppt/media/image6.jpeg" Id="R6686e44d700642ab" /><Relationship Type="http://schemas.openxmlformats.org/officeDocument/2006/relationships/image" Target="/ppt/media/image7.jpeg" Id="Rb5d5aeafc19b4f84" /><Relationship Type="http://schemas.openxmlformats.org/officeDocument/2006/relationships/notesSlide" Target="/ppt/notesSlides/notesSlide5.xml" Id="R84801b5a717b456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ec730acf3b643f1" /><Relationship Type="http://schemas.openxmlformats.org/officeDocument/2006/relationships/image" Target="/ppt/media/image2.jpeg" Id="R88d5a9a6d89646eb" /><Relationship Type="http://schemas.openxmlformats.org/officeDocument/2006/relationships/image" Target="/ppt/media/image3.jpeg" Id="R0196a0f9c3654854" /><Relationship Type="http://schemas.openxmlformats.org/officeDocument/2006/relationships/image" Target="/ppt/media/image8.jpeg" Id="Rfdf9ec63044d462c" /><Relationship Type="http://schemas.openxmlformats.org/officeDocument/2006/relationships/image" Target="/ppt/media/image9.jpeg" Id="Re5dc136df7544970" /><Relationship Type="http://schemas.openxmlformats.org/officeDocument/2006/relationships/notesSlide" Target="/ppt/notesSlides/notesSlide6.xml" Id="Rd8fda4e25c3b48c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50f66e6943740a0" /><Relationship Type="http://schemas.openxmlformats.org/officeDocument/2006/relationships/image" Target="/ppt/media/image2.jpeg" Id="R427d1c38a9204b6c" /><Relationship Type="http://schemas.openxmlformats.org/officeDocument/2006/relationships/image" Target="/ppt/media/image3.jpeg" Id="R8b7f22b7355a4fa2" /><Relationship Type="http://schemas.openxmlformats.org/officeDocument/2006/relationships/image" Target="/ppt/media/image10.jpeg" Id="R8ddd94c89bd54cb0" /><Relationship Type="http://schemas.openxmlformats.org/officeDocument/2006/relationships/image" Target="/ppt/media/image11.jpeg" Id="R448c0886ce2646ff" /><Relationship Type="http://schemas.openxmlformats.org/officeDocument/2006/relationships/notesSlide" Target="/ppt/notesSlides/notesSlide7.xml" Id="Rc583c2c99fed431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9942908d18e420d" /><Relationship Type="http://schemas.openxmlformats.org/officeDocument/2006/relationships/image" Target="/ppt/media/image2.jpeg" Id="R7727bd989202438b" /><Relationship Type="http://schemas.openxmlformats.org/officeDocument/2006/relationships/image" Target="/ppt/media/image3.jpeg" Id="R1df653135ae7471c" /><Relationship Type="http://schemas.openxmlformats.org/officeDocument/2006/relationships/image" Target="/ppt/media/image12.jpeg" Id="R17a3c5fcafe44626" /><Relationship Type="http://schemas.openxmlformats.org/officeDocument/2006/relationships/image" Target="/ppt/media/image13.jpeg" Id="Ra40f0a2b6cfc4291" /><Relationship Type="http://schemas.openxmlformats.org/officeDocument/2006/relationships/notesSlide" Target="/ppt/notesSlides/notesSlide8.xml" Id="R121f82c5a4504d2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ff77f0f53274728" /><Relationship Type="http://schemas.openxmlformats.org/officeDocument/2006/relationships/notesSlide" Target="/ppt/notesSlides/notesSlide9.xml" Id="R9495bc7a3e55461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34a45211a494991" /><Relationship Type="http://schemas.openxmlformats.org/officeDocument/2006/relationships/image" Target="/ppt/media/image14.jpeg" Id="R1b8d4c0a70bc41a4" /><Relationship Type="http://schemas.openxmlformats.org/officeDocument/2006/relationships/notesSlide" Target="/ppt/notesSlides/notesSlide10.xml" Id="R8da5a88b74fc44e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2fc1ea971cd40d0" /><Relationship Type="http://schemas.openxmlformats.org/officeDocument/2006/relationships/notesSlide" Target="/ppt/notesSlides/notesSlide11.xml" Id="R3c36d0ce1f6e4340" /></Relationships>
</file>

<file path=ppt/slides/slide1.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CB06196-BD3D-4776-B4F2-7CE6B457F577}"/>
              </a:ext>
            </a:extLst>
          </p:cNvPr>
          <p:cNvSpPr>
            <a:spLocks xmlns:a="http://schemas.openxmlformats.org/drawingml/2006/main" noGrp="1"/>
          </p:cNvSpPr>
          <p:nvPr/>
        </p:nvSpPr>
        <p:spPr>
          <a:xfrm xmlns:a="http://schemas.openxmlformats.org/drawingml/2006/main" rot="0">
            <a:off x="0" y="0"/>
            <a:ext cx="114300" cy="6858000"/>
          </a:xfrm>
          <a:prstGeom xmlns:a="http://schemas.openxmlformats.org/drawingml/2006/main" prst="rect">
            <a:avLst/>
          </a:prstGeom>
          <a:solidFill xmlns:a="http://schemas.openxmlformats.org/drawingml/2006/main">
            <a:srgbClr val="C6281C"/>
          </a:solidFill>
          <a:ln xmlns:a="http://schemas.openxmlformats.org/drawingml/2006/main" w="0">
            <a:solidFill>
              <a:srgbClr val="C6281C"/>
            </a:solidFill>
            <a:prstDash val="solid"/>
          </a:ln>
        </p:spPr>
      </p:sp>
      <p:sp>
        <p:nvSpPr>
          <p:cNvPr id="2" name="">
            <a:extLst xmlns:a="http://schemas.openxmlformats.org/drawingml/2006/main">
              <a:ext uri="{FF2B5EF4-FFF2-40B4-BE49-F238E27FC236}">
                <a16:creationId xmlns:a16="http://schemas.microsoft.com/office/drawing/2014/main" id="{C17F186A-ECA5-4D15-8889-C2E23C6177BC}"/>
              </a:ext>
            </a:extLst>
          </p:cNvPr>
          <p:cNvSpPr>
            <a:spLocks xmlns:a="http://schemas.openxmlformats.org/drawingml/2006/main" noGrp="1"/>
          </p:cNvSpPr>
          <p:nvPr/>
        </p:nvSpPr>
        <p:spPr>
          <a:xfrm xmlns:a="http://schemas.openxmlformats.org/drawingml/2006/main" rot="0">
            <a:off x="5695950" y="0"/>
            <a:ext cx="6496050" cy="6858000"/>
          </a:xfrm>
          <a:prstGeom xmlns:a="http://schemas.openxmlformats.org/drawingml/2006/main" prst="rect">
            <a:avLst/>
          </a:prstGeom>
          <a:solidFill xmlns:a="http://schemas.openxmlformats.org/drawingml/2006/main">
            <a:srgbClr val="17191F"/>
          </a:solidFill>
          <a:ln xmlns:a="http://schemas.openxmlformats.org/drawingml/2006/main" w="0">
            <a:solidFill>
              <a:srgbClr val="17191F"/>
            </a:solidFill>
            <a:prstDash val="solid"/>
          </a:ln>
        </p:spPr>
      </p:sp>
      <p:sp>
        <p:nvSpPr>
          <p:cNvPr id="3" name="">
            <a:extLst xmlns:a="http://schemas.openxmlformats.org/drawingml/2006/main">
              <a:ext uri="{FF2B5EF4-FFF2-40B4-BE49-F238E27FC236}">
                <a16:creationId xmlns:a16="http://schemas.microsoft.com/office/drawing/2014/main" id="{84E95BCF-A692-49C2-99EA-C9831C5E609F}"/>
              </a:ext>
            </a:extLst>
          </p:cNvPr>
          <p:cNvSpPr>
            <a:spLocks xmlns:a="http://schemas.openxmlformats.org/drawingml/2006/main" noGrp="1"/>
          </p:cNvSpPr>
          <p:nvPr/>
        </p:nvSpPr>
        <p:spPr>
          <a:xfrm xmlns:a="http://schemas.openxmlformats.org/drawingml/2006/main">
            <a:off x="514350" y="5143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C6281C"/>
                </a:solidFill>
                <a:latin typeface="Arial"/>
                <a:ea typeface="Arial"/>
                <a:cs typeface="Arial"/>
              </a:defRPr>
            </a:pPr>
            <a:r>
              <a:rPr sz="1050" b="1">
                <a:solidFill>
                  <a:srgbClr val="C6281C"/>
                </a:solidFill>
                <a:latin typeface="Arial"/>
                <a:ea typeface="Arial"/>
                <a:cs typeface="Arial"/>
              </a:rPr>
              <a:t>PITCAR ACADEMY</a:t>
            </a:r>
          </a:p>
        </p:txBody>
      </p:sp>
      <p:sp>
        <p:nvSpPr>
          <p:cNvPr id="4" name="">
            <a:extLst xmlns:a="http://schemas.openxmlformats.org/drawingml/2006/main">
              <a:ext uri="{FF2B5EF4-FFF2-40B4-BE49-F238E27FC236}">
                <a16:creationId xmlns:a16="http://schemas.microsoft.com/office/drawing/2014/main" id="{E6FB603A-6B73-48AC-9A17-7EC7658A483E}"/>
              </a:ext>
            </a:extLst>
          </p:cNvPr>
          <p:cNvSpPr>
            <a:spLocks xmlns:a="http://schemas.openxmlformats.org/drawingml/2006/main" noGrp="1"/>
          </p:cNvSpPr>
          <p:nvPr/>
        </p:nvSpPr>
        <p:spPr>
          <a:xfrm xmlns:a="http://schemas.openxmlformats.org/drawingml/2006/main">
            <a:off x="514350" y="1390650"/>
            <a:ext cx="4953000" cy="173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900" b="1">
                <a:solidFill>
                  <a:srgbClr val="0B0B0B"/>
                </a:solidFill>
                <a:latin typeface="Arial"/>
                <a:ea typeface="Arial"/>
                <a:cs typeface="Arial"/>
              </a:defRPr>
            </a:pPr>
            <a:r>
              <a:rPr sz="3900" b="1">
                <a:solidFill>
                  <a:srgbClr val="0B0B0B"/>
                </a:solidFill>
                <a:latin typeface="Arial"/>
                <a:ea typeface="Arial"/>
                <a:cs typeface="Arial"/>
              </a:rPr>
              <a:t>WEBSITE</a:t>
            </a:r>
          </a:p>
          <a:p xmlns:a="http://schemas.openxmlformats.org/drawingml/2006/main">
            <a:pPr algn="l">
              <a:buNone/>
              <a:defRPr sz="3900" b="1">
                <a:solidFill>
                  <a:srgbClr val="0B0B0B"/>
                </a:solidFill>
                <a:latin typeface="Arial"/>
                <a:ea typeface="Arial"/>
                <a:cs typeface="Arial"/>
              </a:defRPr>
            </a:pPr>
            <a:r>
              <a:rPr sz="3900" b="1">
                <a:solidFill>
                  <a:srgbClr val="0B0B0B"/>
                </a:solidFill>
                <a:latin typeface="Arial"/>
                <a:ea typeface="Arial"/>
                <a:cs typeface="Arial"/>
              </a:rPr>
              <a:t>BEFORE &amp; AFTER</a:t>
            </a:r>
          </a:p>
        </p:txBody>
      </p:sp>
      <p:sp>
        <p:nvSpPr>
          <p:cNvPr id="5" name="">
            <a:extLst xmlns:a="http://schemas.openxmlformats.org/drawingml/2006/main">
              <a:ext uri="{FF2B5EF4-FFF2-40B4-BE49-F238E27FC236}">
                <a16:creationId xmlns:a16="http://schemas.microsoft.com/office/drawing/2014/main" id="{477A4D5E-AAB4-42C6-9417-5469EF546A2A}"/>
              </a:ext>
            </a:extLst>
          </p:cNvPr>
          <p:cNvSpPr>
            <a:spLocks xmlns:a="http://schemas.openxmlformats.org/drawingml/2006/main" noGrp="1"/>
          </p:cNvSpPr>
          <p:nvPr/>
        </p:nvSpPr>
        <p:spPr>
          <a:xfrm xmlns:a="http://schemas.openxmlformats.org/drawingml/2006/main">
            <a:off x="514350" y="3371850"/>
            <a:ext cx="45339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0">
                <a:solidFill>
                  <a:srgbClr val="5F5E5A"/>
                </a:solidFill>
                <a:latin typeface="Arial"/>
                <a:ea typeface="Arial"/>
                <a:cs typeface="Arial"/>
              </a:defRPr>
            </a:pPr>
            <a:r>
              <a:rPr sz="1650" b="0">
                <a:solidFill>
                  <a:srgbClr val="5F5E5A"/>
                </a:solidFill>
                <a:latin typeface="Arial"/>
                <a:ea typeface="Arial"/>
                <a:cs typeface="Arial"/>
              </a:rPr>
              <a:t>Dari landing page bergaya kampanye menjadi institusi vokasi yang jelas, kredibel, dan siap mengelola lead.</a:t>
            </a:r>
          </a:p>
        </p:txBody>
      </p:sp>
      <p:sp>
        <p:nvSpPr>
          <p:cNvPr id="6" name="">
            <a:extLst xmlns:a="http://schemas.openxmlformats.org/drawingml/2006/main">
              <a:ext uri="{FF2B5EF4-FFF2-40B4-BE49-F238E27FC236}">
                <a16:creationId xmlns:a16="http://schemas.microsoft.com/office/drawing/2014/main" id="{8B9F6F17-5CBD-4519-9C15-748B099DDC17}"/>
              </a:ext>
            </a:extLst>
          </p:cNvPr>
          <p:cNvSpPr>
            <a:spLocks xmlns:a="http://schemas.openxmlformats.org/drawingml/2006/main" noGrp="1"/>
          </p:cNvSpPr>
          <p:nvPr/>
        </p:nvSpPr>
        <p:spPr>
          <a:xfrm xmlns:a="http://schemas.openxmlformats.org/drawingml/2006/main" rot="0">
            <a:off x="514350" y="4819650"/>
            <a:ext cx="449580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7" name="">
            <a:extLst xmlns:a="http://schemas.openxmlformats.org/drawingml/2006/main">
              <a:ext uri="{FF2B5EF4-FFF2-40B4-BE49-F238E27FC236}">
                <a16:creationId xmlns:a16="http://schemas.microsoft.com/office/drawing/2014/main" id="{66FAE67B-0035-4569-99F8-F61CD95DB06C}"/>
              </a:ext>
            </a:extLst>
          </p:cNvPr>
          <p:cNvSpPr>
            <a:spLocks xmlns:a="http://schemas.openxmlformats.org/drawingml/2006/main" noGrp="1"/>
          </p:cNvSpPr>
          <p:nvPr/>
        </p:nvSpPr>
        <p:spPr>
          <a:xfrm xmlns:a="http://schemas.openxmlformats.org/drawingml/2006/main">
            <a:off x="514350" y="5010150"/>
            <a:ext cx="449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0B0B0B"/>
                </a:solidFill>
                <a:latin typeface="Arial"/>
                <a:ea typeface="Arial"/>
                <a:cs typeface="Arial"/>
              </a:defRPr>
            </a:pPr>
            <a:r>
              <a:rPr sz="1050" b="1">
                <a:solidFill>
                  <a:srgbClr val="0B0B0B"/>
                </a:solidFill>
                <a:latin typeface="Arial"/>
                <a:ea typeface="Arial"/>
                <a:cs typeface="Arial"/>
              </a:rPr>
              <a:t>Visual redesign • Conversion funnel • Backend readiness</a:t>
            </a:r>
          </a:p>
        </p:txBody>
      </p:sp>
      <p:sp>
        <p:nvSpPr>
          <p:cNvPr id="8" name="">
            <a:extLst xmlns:a="http://schemas.openxmlformats.org/drawingml/2006/main">
              <a:ext uri="{FF2B5EF4-FFF2-40B4-BE49-F238E27FC236}">
                <a16:creationId xmlns:a16="http://schemas.microsoft.com/office/drawing/2014/main" id="{59704592-C298-4FB2-BE1F-61174F2C7979}"/>
              </a:ext>
            </a:extLst>
          </p:cNvPr>
          <p:cNvSpPr>
            <a:spLocks xmlns:a="http://schemas.openxmlformats.org/drawingml/2006/main" noGrp="1"/>
          </p:cNvSpPr>
          <p:nvPr/>
        </p:nvSpPr>
        <p:spPr>
          <a:xfrm xmlns:a="http://schemas.openxmlformats.org/drawingml/2006/main">
            <a:off x="514350" y="6048375"/>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0">
                <a:solidFill>
                  <a:srgbClr val="5F5E5A"/>
                </a:solidFill>
                <a:latin typeface="Arial"/>
                <a:ea typeface="Arial"/>
                <a:cs typeface="Arial"/>
              </a:defRPr>
            </a:pPr>
            <a:r>
              <a:rPr sz="900" b="0">
                <a:solidFill>
                  <a:srgbClr val="5F5E5A"/>
                </a:solidFill>
                <a:latin typeface="Arial"/>
                <a:ea typeface="Arial"/>
                <a:cs typeface="Arial"/>
              </a:rPr>
              <a:t>30 Agustus 2026</a:t>
            </a:r>
          </a:p>
        </p:txBody>
      </p:sp>
      <p:sp>
        <p:nvSpPr>
          <p:cNvPr id="9" name="">
            <a:extLst xmlns:a="http://schemas.openxmlformats.org/drawingml/2006/main">
              <a:ext uri="{FF2B5EF4-FFF2-40B4-BE49-F238E27FC236}">
                <a16:creationId xmlns:a16="http://schemas.microsoft.com/office/drawing/2014/main" id="{9FE8301D-D7AC-4146-807C-74F8D3324F25}"/>
              </a:ext>
            </a:extLst>
          </p:cNvPr>
          <p:cNvSpPr>
            <a:spLocks xmlns:a="http://schemas.openxmlformats.org/drawingml/2006/main" noGrp="1"/>
          </p:cNvSpPr>
          <p:nvPr/>
        </p:nvSpPr>
        <p:spPr>
          <a:xfrm xmlns:a="http://schemas.openxmlformats.org/drawingml/2006/main" rot="0">
            <a:off x="6038850" y="666750"/>
            <a:ext cx="5734050" cy="5143500"/>
          </a:xfrm>
          <a:prstGeom xmlns:a="http://schemas.openxmlformats.org/drawingml/2006/main" prst="roundRect">
            <a:avLst>
              <a:gd name="adj" fmla="val 2222"/>
            </a:avLst>
          </a:prstGeom>
          <a:solidFill xmlns:a="http://schemas.openxmlformats.org/drawingml/2006/main">
            <a:srgbClr val="24262C"/>
          </a:solidFill>
          <a:ln xmlns:a="http://schemas.openxmlformats.org/drawingml/2006/main" w="9525">
            <a:solidFill>
              <a:srgbClr val="3A3C42"/>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c825176f31a04348"/>
          <a:srcRect xmlns:a="http://schemas.openxmlformats.org/drawingml/2006/main" l="18597" t="0" r="18597" b="0"/>
          <a:stretch xmlns:a="http://schemas.openxmlformats.org/drawingml/2006/main">
            <a:fillRect l="0" t="0" r="0" b="0"/>
          </a:stretch>
        </p:blipFill>
        <p:spPr>
          <a:xfrm xmlns:a="http://schemas.openxmlformats.org/drawingml/2006/main">
            <a:off x="6076950" y="704850"/>
            <a:ext cx="5657850" cy="5067300"/>
          </a:xfrm>
          <a:prstGeom xmlns:a="http://schemas.openxmlformats.org/drawingml/2006/main" prst="roundRect">
            <a:avLst>
              <a:gd name="adj" fmla="val 2256"/>
            </a:avLst>
          </a:prstGeom>
        </p:spPr>
      </p:pic>
      <p:sp>
        <p:nvSpPr>
          <p:cNvPr id="11" name="">
            <a:extLst xmlns:a="http://schemas.openxmlformats.org/drawingml/2006/main">
              <a:ext uri="{FF2B5EF4-FFF2-40B4-BE49-F238E27FC236}">
                <a16:creationId xmlns:a16="http://schemas.microsoft.com/office/drawing/2014/main" id="{BAE7C678-D4D7-44AA-AE42-C05091E70258}"/>
              </a:ext>
            </a:extLst>
          </p:cNvPr>
          <p:cNvSpPr>
            <a:spLocks xmlns:a="http://schemas.openxmlformats.org/drawingml/2006/main" noGrp="1"/>
          </p:cNvSpPr>
          <p:nvPr/>
        </p:nvSpPr>
        <p:spPr>
          <a:xfrm xmlns:a="http://schemas.openxmlformats.org/drawingml/2006/main" rot="0">
            <a:off x="9448800" y="5943600"/>
            <a:ext cx="1790700" cy="285750"/>
          </a:xfrm>
          <a:prstGeom xmlns:a="http://schemas.openxmlformats.org/drawingml/2006/main" prst="roundRect">
            <a:avLst>
              <a:gd name="adj" fmla="val 50000"/>
            </a:avLst>
          </a:prstGeom>
          <a:solidFill xmlns:a="http://schemas.openxmlformats.org/drawingml/2006/main">
            <a:srgbClr val="C6281C"/>
          </a:solidFill>
          <a:ln xmlns:a="http://schemas.openxmlformats.org/drawingml/2006/main" w="0">
            <a:solidFill>
              <a:srgbClr val="C6281C"/>
            </a:solidFill>
            <a:prstDash val="solid"/>
          </a:ln>
        </p:spPr>
      </p:sp>
      <p:sp>
        <p:nvSpPr>
          <p:cNvPr id="12" name="">
            <a:extLst xmlns:a="http://schemas.openxmlformats.org/drawingml/2006/main">
              <a:ext uri="{FF2B5EF4-FFF2-40B4-BE49-F238E27FC236}">
                <a16:creationId xmlns:a16="http://schemas.microsoft.com/office/drawing/2014/main" id="{4AF65624-323B-4443-9283-F0366BD32589}"/>
              </a:ext>
            </a:extLst>
          </p:cNvPr>
          <p:cNvSpPr>
            <a:spLocks xmlns:a="http://schemas.openxmlformats.org/drawingml/2006/main" noGrp="1"/>
          </p:cNvSpPr>
          <p:nvPr/>
        </p:nvSpPr>
        <p:spPr>
          <a:xfrm xmlns:a="http://schemas.openxmlformats.org/drawingml/2006/main">
            <a:off x="9544050" y="6010275"/>
            <a:ext cx="1600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825" b="1">
                <a:solidFill>
                  <a:srgbClr val="FFFFFF"/>
                </a:solidFill>
                <a:latin typeface="Arial"/>
                <a:ea typeface="Arial"/>
                <a:cs typeface="Arial"/>
              </a:defRPr>
            </a:pPr>
            <a:r>
              <a:rPr sz="825" b="1">
                <a:solidFill>
                  <a:srgbClr val="FFFFFF"/>
                </a:solidFill>
                <a:latin typeface="Arial"/>
                <a:ea typeface="Arial"/>
                <a:cs typeface="Arial"/>
              </a:rPr>
              <a:t>AFTER • CURRENT</a:t>
            </a:r>
          </a:p>
        </p:txBody>
      </p:sp>
    </p:spTree>
    <p:extLst>
      <p:ext uri="{BB962C8B-B14F-4D97-AF65-F5344CB8AC3E}">
        <p14:creationId xmlns:p14="http://schemas.microsoft.com/office/powerpoint/2010/main" val="575786584"/>
      </p:ext>
    </p:extLst>
  </p:cSld>
</p:sld>
</file>

<file path=ppt/slides/slide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2A0F81F8-5AC5-4E84-83A1-D9A297D87E39}"/>
              </a:ext>
            </a:extLst>
          </p:cNvPr>
          <p:cNvSpPr>
            <a:spLocks xmlns:a="http://schemas.openxmlformats.org/drawingml/2006/main" noGrp="1"/>
          </p:cNvSpPr>
          <p:nvPr/>
        </p:nvSpPr>
        <p:spPr>
          <a:xfrm xmlns:a="http://schemas.openxmlformats.org/drawingml/2006/main" rot="0">
            <a:off x="0" y="0"/>
            <a:ext cx="12192000" cy="76200"/>
          </a:xfrm>
          <a:prstGeom xmlns:a="http://schemas.openxmlformats.org/drawingml/2006/main" prst="rect">
            <a:avLst/>
          </a:prstGeom>
          <a:solidFill xmlns:a="http://schemas.openxmlformats.org/drawingml/2006/main">
            <a:srgbClr val="C6281C"/>
          </a:solidFill>
          <a:ln xmlns:a="http://schemas.openxmlformats.org/drawingml/2006/main" w="0">
            <a:solidFill>
              <a:srgbClr val="C6281C"/>
            </a:solidFill>
            <a:prstDash val="solid"/>
          </a:ln>
        </p:spPr>
      </p:sp>
      <p:sp>
        <p:nvSpPr>
          <p:cNvPr id="2" name="">
            <a:extLst xmlns:a="http://schemas.openxmlformats.org/drawingml/2006/main">
              <a:ext uri="{FF2B5EF4-FFF2-40B4-BE49-F238E27FC236}">
                <a16:creationId xmlns:a16="http://schemas.microsoft.com/office/drawing/2014/main" id="{C825D718-FA6A-4CD1-B225-0ED9F6A7C6A0}"/>
              </a:ext>
            </a:extLst>
          </p:cNvPr>
          <p:cNvSpPr>
            <a:spLocks xmlns:a="http://schemas.openxmlformats.org/drawingml/2006/main" noGrp="1"/>
          </p:cNvSpPr>
          <p:nvPr/>
        </p:nvSpPr>
        <p:spPr>
          <a:xfrm xmlns:a="http://schemas.openxmlformats.org/drawingml/2006/main">
            <a:off x="457200" y="247650"/>
            <a:ext cx="3048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1">
                <a:solidFill>
                  <a:srgbClr val="C6281C"/>
                </a:solidFill>
                <a:latin typeface="Arial"/>
                <a:ea typeface="Arial"/>
                <a:cs typeface="Arial"/>
              </a:defRPr>
            </a:pPr>
            <a:r>
              <a:rPr sz="825" b="1">
                <a:solidFill>
                  <a:srgbClr val="C6281C"/>
                </a:solidFill>
                <a:latin typeface="Arial"/>
                <a:ea typeface="Arial"/>
                <a:cs typeface="Arial"/>
              </a:rPr>
              <a:t>WEBSITE REVAMP</a:t>
            </a:r>
          </a:p>
        </p:txBody>
      </p:sp>
      <p:sp>
        <p:nvSpPr>
          <p:cNvPr id="3" name="">
            <a:extLst xmlns:a="http://schemas.openxmlformats.org/drawingml/2006/main">
              <a:ext uri="{FF2B5EF4-FFF2-40B4-BE49-F238E27FC236}">
                <a16:creationId xmlns:a16="http://schemas.microsoft.com/office/drawing/2014/main" id="{2C1023D7-F78F-4365-A1D1-44E08D4149D4}"/>
              </a:ext>
            </a:extLst>
          </p:cNvPr>
          <p:cNvSpPr>
            <a:spLocks xmlns:a="http://schemas.openxmlformats.org/drawingml/2006/main" noGrp="1"/>
          </p:cNvSpPr>
          <p:nvPr/>
        </p:nvSpPr>
        <p:spPr>
          <a:xfrm xmlns:a="http://schemas.openxmlformats.org/drawingml/2006/main">
            <a:off x="457200" y="4762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850" b="1">
                <a:solidFill>
                  <a:srgbClr val="0B0B0B"/>
                </a:solidFill>
                <a:latin typeface="Arial"/>
                <a:ea typeface="Arial"/>
                <a:cs typeface="Arial"/>
              </a:defRPr>
            </a:pPr>
            <a:r>
              <a:rPr sz="2850" b="1">
                <a:solidFill>
                  <a:srgbClr val="0B0B0B"/>
                </a:solidFill>
                <a:latin typeface="Arial"/>
                <a:ea typeface="Arial"/>
                <a:cs typeface="Arial"/>
              </a:rPr>
              <a:t>Perubahannya bukan kosmetik—arah ceritanya ikut berubah</a:t>
            </a:r>
          </a:p>
        </p:txBody>
      </p:sp>
      <p:sp>
        <p:nvSpPr>
          <p:cNvPr id="4" name="">
            <a:extLst xmlns:a="http://schemas.openxmlformats.org/drawingml/2006/main">
              <a:ext uri="{FF2B5EF4-FFF2-40B4-BE49-F238E27FC236}">
                <a16:creationId xmlns:a16="http://schemas.microsoft.com/office/drawing/2014/main" id="{016ED1B4-A443-42CF-884A-9E73F31E8740}"/>
              </a:ext>
            </a:extLst>
          </p:cNvPr>
          <p:cNvSpPr>
            <a:spLocks xmlns:a="http://schemas.openxmlformats.org/drawingml/2006/main" noGrp="1"/>
          </p:cNvSpPr>
          <p:nvPr/>
        </p:nvSpPr>
        <p:spPr>
          <a:xfrm xmlns:a="http://schemas.openxmlformats.org/drawingml/2006/main" rot="0">
            <a:off x="457200" y="6505575"/>
            <a:ext cx="1127760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5" name="">
            <a:extLst xmlns:a="http://schemas.openxmlformats.org/drawingml/2006/main">
              <a:ext uri="{FF2B5EF4-FFF2-40B4-BE49-F238E27FC236}">
                <a16:creationId xmlns:a16="http://schemas.microsoft.com/office/drawing/2014/main" id="{24A3A1FB-D6B9-4CAC-85FB-0161FB1B0047}"/>
              </a:ext>
            </a:extLst>
          </p:cNvPr>
          <p:cNvSpPr>
            <a:spLocks xmlns:a="http://schemas.openxmlformats.org/drawingml/2006/main" noGrp="1"/>
          </p:cNvSpPr>
          <p:nvPr/>
        </p:nvSpPr>
        <p:spPr>
          <a:xfrm xmlns:a="http://schemas.openxmlformats.org/drawingml/2006/main">
            <a:off x="457200" y="6591300"/>
            <a:ext cx="4000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1">
                <a:solidFill>
                  <a:srgbClr val="5F5E5A"/>
                </a:solidFill>
                <a:latin typeface="Arial"/>
                <a:ea typeface="Arial"/>
                <a:cs typeface="Arial"/>
              </a:defRPr>
            </a:pPr>
            <a:r>
              <a:rPr sz="750" b="1">
                <a:solidFill>
                  <a:srgbClr val="5F5E5A"/>
                </a:solidFill>
                <a:latin typeface="Arial"/>
                <a:ea typeface="Arial"/>
                <a:cs typeface="Arial"/>
              </a:rPr>
              <a:t>PITCAR ACADEMY • BEFORE / AFTER</a:t>
            </a:r>
          </a:p>
        </p:txBody>
      </p:sp>
      <p:sp>
        <p:nvSpPr>
          <p:cNvPr id="6" name="">
            <a:extLst xmlns:a="http://schemas.openxmlformats.org/drawingml/2006/main">
              <a:ext uri="{FF2B5EF4-FFF2-40B4-BE49-F238E27FC236}">
                <a16:creationId xmlns:a16="http://schemas.microsoft.com/office/drawing/2014/main" id="{6E5C7D25-F032-4F2D-89C8-AE4948CB649D}"/>
              </a:ext>
            </a:extLst>
          </p:cNvPr>
          <p:cNvSpPr>
            <a:spLocks xmlns:a="http://schemas.openxmlformats.org/drawingml/2006/main" noGrp="1"/>
          </p:cNvSpPr>
          <p:nvPr/>
        </p:nvSpPr>
        <p:spPr>
          <a:xfrm xmlns:a="http://schemas.openxmlformats.org/drawingml/2006/main">
            <a:off x="11239500" y="6591300"/>
            <a:ext cx="4953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750" b="1">
                <a:solidFill>
                  <a:srgbClr val="5F5E5A"/>
                </a:solidFill>
                <a:latin typeface="Arial"/>
                <a:ea typeface="Arial"/>
                <a:cs typeface="Arial"/>
              </a:defRPr>
            </a:pPr>
            <a:r>
              <a:rPr sz="750" b="1">
                <a:solidFill>
                  <a:srgbClr val="5F5E5A"/>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B318E822-333D-4937-B386-E503FD8FA1D2}"/>
              </a:ext>
            </a:extLst>
          </p:cNvPr>
          <p:cNvSpPr>
            <a:spLocks xmlns:a="http://schemas.openxmlformats.org/drawingml/2006/main" noGrp="1"/>
          </p:cNvSpPr>
          <p:nvPr/>
        </p:nvSpPr>
        <p:spPr>
          <a:xfrm xmlns:a="http://schemas.openxmlformats.org/drawingml/2006/main">
            <a:off x="457200" y="1104900"/>
            <a:ext cx="1057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0">
                <a:solidFill>
                  <a:srgbClr val="5F5E5A"/>
                </a:solidFill>
                <a:latin typeface="Arial"/>
                <a:ea typeface="Arial"/>
                <a:cs typeface="Arial"/>
              </a:defRPr>
            </a:pPr>
            <a:r>
              <a:rPr sz="1350" b="0">
                <a:solidFill>
                  <a:srgbClr val="5F5E5A"/>
                </a:solidFill>
                <a:latin typeface="Arial"/>
                <a:ea typeface="Arial"/>
                <a:cs typeface="Arial"/>
              </a:rPr>
              <a:t>Sebelumnya, hero bekerja seperti iklan kampanye. Sekarang, hero langsung menjelaskan cara belajar dan bukti operasionalnya.</a:t>
            </a:r>
          </a:p>
        </p:txBody>
      </p:sp>
      <p:sp>
        <p:nvSpPr>
          <p:cNvPr id="8" name="">
            <a:extLst xmlns:a="http://schemas.openxmlformats.org/drawingml/2006/main">
              <a:ext uri="{FF2B5EF4-FFF2-40B4-BE49-F238E27FC236}">
                <a16:creationId xmlns:a16="http://schemas.microsoft.com/office/drawing/2014/main" id="{5D49CE93-8882-4330-AEB4-4CC382368FC5}"/>
              </a:ext>
            </a:extLst>
          </p:cNvPr>
          <p:cNvSpPr>
            <a:spLocks xmlns:a="http://schemas.openxmlformats.org/drawingml/2006/main" noGrp="1"/>
          </p:cNvSpPr>
          <p:nvPr/>
        </p:nvSpPr>
        <p:spPr>
          <a:xfrm xmlns:a="http://schemas.openxmlformats.org/drawingml/2006/main">
            <a:off x="590550" y="1790700"/>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9F2118"/>
                </a:solidFill>
                <a:latin typeface="Arial"/>
                <a:ea typeface="Arial"/>
                <a:cs typeface="Arial"/>
              </a:defRPr>
            </a:pPr>
            <a:r>
              <a:rPr sz="975" b="1">
                <a:solidFill>
                  <a:srgbClr val="9F2118"/>
                </a:solidFill>
                <a:latin typeface="Arial"/>
                <a:ea typeface="Arial"/>
                <a:cs typeface="Arial"/>
              </a:rPr>
              <a:t>BEFORE</a:t>
            </a:r>
          </a:p>
        </p:txBody>
      </p:sp>
      <p:sp>
        <p:nvSpPr>
          <p:cNvPr id="9" name="">
            <a:extLst xmlns:a="http://schemas.openxmlformats.org/drawingml/2006/main">
              <a:ext uri="{FF2B5EF4-FFF2-40B4-BE49-F238E27FC236}">
                <a16:creationId xmlns:a16="http://schemas.microsoft.com/office/drawing/2014/main" id="{6FED095F-0D7A-41A1-BF6F-ED7E0F2112B9}"/>
              </a:ext>
            </a:extLst>
          </p:cNvPr>
          <p:cNvSpPr>
            <a:spLocks xmlns:a="http://schemas.openxmlformats.org/drawingml/2006/main" noGrp="1"/>
          </p:cNvSpPr>
          <p:nvPr/>
        </p:nvSpPr>
        <p:spPr>
          <a:xfrm xmlns:a="http://schemas.openxmlformats.org/drawingml/2006/main" rot="0">
            <a:off x="590550" y="2133600"/>
            <a:ext cx="2724150" cy="971550"/>
          </a:xfrm>
          <a:prstGeom xmlns:a="http://schemas.openxmlformats.org/drawingml/2006/main" prst="roundRect">
            <a:avLst>
              <a:gd name="adj" fmla="val 7843"/>
            </a:avLst>
          </a:prstGeom>
          <a:solidFill xmlns:a="http://schemas.openxmlformats.org/drawingml/2006/main">
            <a:srgbClr val="17191F"/>
          </a:solidFill>
          <a:ln xmlns:a="http://schemas.openxmlformats.org/drawingml/2006/main" w="9525">
            <a:solidFill>
              <a:srgbClr val="17191F"/>
            </a:solidFill>
            <a:prstDash val="solid"/>
          </a:ln>
        </p:spPr>
      </p:sp>
      <p:sp>
        <p:nvSpPr>
          <p:cNvPr id="10" name="">
            <a:extLst xmlns:a="http://schemas.openxmlformats.org/drawingml/2006/main">
              <a:ext uri="{FF2B5EF4-FFF2-40B4-BE49-F238E27FC236}">
                <a16:creationId xmlns:a16="http://schemas.microsoft.com/office/drawing/2014/main" id="{B435EF9B-3B96-4731-815E-A81A793ED4A5}"/>
              </a:ext>
            </a:extLst>
          </p:cNvPr>
          <p:cNvSpPr>
            <a:spLocks xmlns:a="http://schemas.openxmlformats.org/drawingml/2006/main" noGrp="1"/>
          </p:cNvSpPr>
          <p:nvPr/>
        </p:nvSpPr>
        <p:spPr>
          <a:xfrm xmlns:a="http://schemas.openxmlformats.org/drawingml/2006/main">
            <a:off x="762000" y="22860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F39A8F"/>
                </a:solidFill>
                <a:latin typeface="Arial"/>
                <a:ea typeface="Arial"/>
                <a:cs typeface="Arial"/>
              </a:defRPr>
            </a:pPr>
            <a:r>
              <a:rPr sz="900" b="1">
                <a:solidFill>
                  <a:srgbClr val="F39A8F"/>
                </a:solidFill>
                <a:latin typeface="Arial"/>
                <a:ea typeface="Arial"/>
                <a:cs typeface="Arial"/>
              </a:rPr>
              <a:t>Aspirasi</a:t>
            </a:r>
          </a:p>
        </p:txBody>
      </p:sp>
      <p:sp>
        <p:nvSpPr>
          <p:cNvPr id="11" name="">
            <a:extLst xmlns:a="http://schemas.openxmlformats.org/drawingml/2006/main">
              <a:ext uri="{FF2B5EF4-FFF2-40B4-BE49-F238E27FC236}">
                <a16:creationId xmlns:a16="http://schemas.microsoft.com/office/drawing/2014/main" id="{6B3B216F-17A4-4986-A8D3-BD6267591998}"/>
              </a:ext>
            </a:extLst>
          </p:cNvPr>
          <p:cNvSpPr>
            <a:spLocks xmlns:a="http://schemas.openxmlformats.org/drawingml/2006/main" noGrp="1"/>
          </p:cNvSpPr>
          <p:nvPr/>
        </p:nvSpPr>
        <p:spPr>
          <a:xfrm xmlns:a="http://schemas.openxmlformats.org/drawingml/2006/main">
            <a:off x="762000" y="2543175"/>
            <a:ext cx="2362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FFFFFF"/>
                </a:solidFill>
                <a:latin typeface="Arial"/>
                <a:ea typeface="Arial"/>
                <a:cs typeface="Arial"/>
              </a:defRPr>
            </a:pPr>
            <a:r>
              <a:rPr sz="1275" b="1">
                <a:solidFill>
                  <a:srgbClr val="FFFFFF"/>
                </a:solidFill>
                <a:latin typeface="Arial"/>
                <a:ea typeface="Arial"/>
                <a:cs typeface="Arial"/>
              </a:rPr>
              <a:t>Bangun skill &amp; mulai karier</a:t>
            </a:r>
          </a:p>
        </p:txBody>
      </p:sp>
      <p:sp>
        <p:nvSpPr>
          <p:cNvPr id="12" name="">
            <a:extLst xmlns:a="http://schemas.openxmlformats.org/drawingml/2006/main">
              <a:ext uri="{FF2B5EF4-FFF2-40B4-BE49-F238E27FC236}">
                <a16:creationId xmlns:a16="http://schemas.microsoft.com/office/drawing/2014/main" id="{0065925E-B1ED-45FC-8907-D2CF5CC216CC}"/>
              </a:ext>
            </a:extLst>
          </p:cNvPr>
          <p:cNvSpPr>
            <a:spLocks xmlns:a="http://schemas.openxmlformats.org/drawingml/2006/main" noGrp="1"/>
          </p:cNvSpPr>
          <p:nvPr/>
        </p:nvSpPr>
        <p:spPr>
          <a:xfrm xmlns:a="http://schemas.openxmlformats.org/drawingml/2006/main" rot="0">
            <a:off x="3457575" y="2495550"/>
            <a:ext cx="400050" cy="247650"/>
          </a:xfrm>
          <a:prstGeom xmlns:a="http://schemas.openxmlformats.org/drawingml/2006/main" prst="rightArrow">
            <a:avLst/>
          </a:prstGeom>
          <a:solidFill xmlns:a="http://schemas.openxmlformats.org/drawingml/2006/main">
            <a:srgbClr val="C6281C"/>
          </a:solidFill>
          <a:ln xmlns:a="http://schemas.openxmlformats.org/drawingml/2006/main" w="0">
            <a:solidFill>
              <a:srgbClr val="C6281C"/>
            </a:solidFill>
            <a:prstDash val="solid"/>
          </a:ln>
        </p:spPr>
      </p:sp>
      <p:sp>
        <p:nvSpPr>
          <p:cNvPr id="13" name="">
            <a:extLst xmlns:a="http://schemas.openxmlformats.org/drawingml/2006/main">
              <a:ext uri="{FF2B5EF4-FFF2-40B4-BE49-F238E27FC236}">
                <a16:creationId xmlns:a16="http://schemas.microsoft.com/office/drawing/2014/main" id="{D9B147F2-1F30-487E-ADA2-A5B6C6AF91DA}"/>
              </a:ext>
            </a:extLst>
          </p:cNvPr>
          <p:cNvSpPr>
            <a:spLocks xmlns:a="http://schemas.openxmlformats.org/drawingml/2006/main" noGrp="1"/>
          </p:cNvSpPr>
          <p:nvPr/>
        </p:nvSpPr>
        <p:spPr>
          <a:xfrm xmlns:a="http://schemas.openxmlformats.org/drawingml/2006/main" rot="0">
            <a:off x="4019550" y="2133600"/>
            <a:ext cx="2724150" cy="971550"/>
          </a:xfrm>
          <a:prstGeom xmlns:a="http://schemas.openxmlformats.org/drawingml/2006/main" prst="roundRect">
            <a:avLst>
              <a:gd name="adj" fmla="val 7843"/>
            </a:avLst>
          </a:prstGeom>
          <a:solidFill xmlns:a="http://schemas.openxmlformats.org/drawingml/2006/main">
            <a:srgbClr val="FFFFFF"/>
          </a:solidFill>
          <a:ln xmlns:a="http://schemas.openxmlformats.org/drawingml/2006/main" w="9525">
            <a:solidFill>
              <a:srgbClr val="C8C5BE"/>
            </a:solidFill>
            <a:prstDash val="solid"/>
          </a:ln>
        </p:spPr>
      </p:sp>
      <p:sp>
        <p:nvSpPr>
          <p:cNvPr id="14" name="">
            <a:extLst xmlns:a="http://schemas.openxmlformats.org/drawingml/2006/main">
              <a:ext uri="{FF2B5EF4-FFF2-40B4-BE49-F238E27FC236}">
                <a16:creationId xmlns:a16="http://schemas.microsoft.com/office/drawing/2014/main" id="{8916F25C-9D34-4309-9C93-ADA468F27AD5}"/>
              </a:ext>
            </a:extLst>
          </p:cNvPr>
          <p:cNvSpPr>
            <a:spLocks xmlns:a="http://schemas.openxmlformats.org/drawingml/2006/main" noGrp="1"/>
          </p:cNvSpPr>
          <p:nvPr/>
        </p:nvSpPr>
        <p:spPr>
          <a:xfrm xmlns:a="http://schemas.openxmlformats.org/drawingml/2006/main">
            <a:off x="4191000" y="22860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C6281C"/>
                </a:solidFill>
                <a:latin typeface="Arial"/>
                <a:ea typeface="Arial"/>
                <a:cs typeface="Arial"/>
              </a:defRPr>
            </a:pPr>
            <a:r>
              <a:rPr sz="900" b="1">
                <a:solidFill>
                  <a:srgbClr val="C6281C"/>
                </a:solidFill>
                <a:latin typeface="Arial"/>
                <a:ea typeface="Arial"/>
                <a:cs typeface="Arial"/>
              </a:rPr>
              <a:t>Janji</a:t>
            </a:r>
          </a:p>
        </p:txBody>
      </p:sp>
      <p:sp>
        <p:nvSpPr>
          <p:cNvPr id="15" name="">
            <a:extLst xmlns:a="http://schemas.openxmlformats.org/drawingml/2006/main">
              <a:ext uri="{FF2B5EF4-FFF2-40B4-BE49-F238E27FC236}">
                <a16:creationId xmlns:a16="http://schemas.microsoft.com/office/drawing/2014/main" id="{DB7AAD9D-6611-44C5-B65E-A9042C226237}"/>
              </a:ext>
            </a:extLst>
          </p:cNvPr>
          <p:cNvSpPr>
            <a:spLocks xmlns:a="http://schemas.openxmlformats.org/drawingml/2006/main" noGrp="1"/>
          </p:cNvSpPr>
          <p:nvPr/>
        </p:nvSpPr>
        <p:spPr>
          <a:xfrm xmlns:a="http://schemas.openxmlformats.org/drawingml/2006/main">
            <a:off x="4191000" y="2543175"/>
            <a:ext cx="2362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0B0B0B"/>
                </a:solidFill>
                <a:latin typeface="Arial"/>
                <a:ea typeface="Arial"/>
                <a:cs typeface="Arial"/>
              </a:defRPr>
            </a:pPr>
            <a:r>
              <a:rPr sz="1275" b="1">
                <a:solidFill>
                  <a:srgbClr val="0B0B0B"/>
                </a:solidFill>
                <a:latin typeface="Arial"/>
                <a:ea typeface="Arial"/>
                <a:cs typeface="Arial"/>
              </a:rPr>
              <a:t>OJT, sertifikat, rekrutmen</a:t>
            </a:r>
          </a:p>
        </p:txBody>
      </p:sp>
      <p:sp>
        <p:nvSpPr>
          <p:cNvPr id="16" name="">
            <a:extLst xmlns:a="http://schemas.openxmlformats.org/drawingml/2006/main">
              <a:ext uri="{FF2B5EF4-FFF2-40B4-BE49-F238E27FC236}">
                <a16:creationId xmlns:a16="http://schemas.microsoft.com/office/drawing/2014/main" id="{814457B5-F6F0-4FF2-B35C-A5EF8C4F7CC9}"/>
              </a:ext>
            </a:extLst>
          </p:cNvPr>
          <p:cNvSpPr>
            <a:spLocks xmlns:a="http://schemas.openxmlformats.org/drawingml/2006/main" noGrp="1"/>
          </p:cNvSpPr>
          <p:nvPr/>
        </p:nvSpPr>
        <p:spPr>
          <a:xfrm xmlns:a="http://schemas.openxmlformats.org/drawingml/2006/main" rot="0">
            <a:off x="6886575" y="2495550"/>
            <a:ext cx="400050" cy="247650"/>
          </a:xfrm>
          <a:prstGeom xmlns:a="http://schemas.openxmlformats.org/drawingml/2006/main" prst="rightArrow">
            <a:avLst/>
          </a:prstGeom>
          <a:solidFill xmlns:a="http://schemas.openxmlformats.org/drawingml/2006/main">
            <a:srgbClr val="C6281C"/>
          </a:solidFill>
          <a:ln xmlns:a="http://schemas.openxmlformats.org/drawingml/2006/main" w="0">
            <a:solidFill>
              <a:srgbClr val="C6281C"/>
            </a:solidFill>
            <a:prstDash val="solid"/>
          </a:ln>
        </p:spPr>
      </p:sp>
      <p:sp>
        <p:nvSpPr>
          <p:cNvPr id="17" name="">
            <a:extLst xmlns:a="http://schemas.openxmlformats.org/drawingml/2006/main">
              <a:ext uri="{FF2B5EF4-FFF2-40B4-BE49-F238E27FC236}">
                <a16:creationId xmlns:a16="http://schemas.microsoft.com/office/drawing/2014/main" id="{4874628F-DE44-4A62-8B92-76F3AD1D3DD9}"/>
              </a:ext>
            </a:extLst>
          </p:cNvPr>
          <p:cNvSpPr>
            <a:spLocks xmlns:a="http://schemas.openxmlformats.org/drawingml/2006/main" noGrp="1"/>
          </p:cNvSpPr>
          <p:nvPr/>
        </p:nvSpPr>
        <p:spPr>
          <a:xfrm xmlns:a="http://schemas.openxmlformats.org/drawingml/2006/main" rot="0">
            <a:off x="7448550" y="2133600"/>
            <a:ext cx="2724150" cy="971550"/>
          </a:xfrm>
          <a:prstGeom xmlns:a="http://schemas.openxmlformats.org/drawingml/2006/main" prst="roundRect">
            <a:avLst>
              <a:gd name="adj" fmla="val 7843"/>
            </a:avLst>
          </a:prstGeom>
          <a:solidFill xmlns:a="http://schemas.openxmlformats.org/drawingml/2006/main">
            <a:srgbClr val="FFFFFF"/>
          </a:solidFill>
          <a:ln xmlns:a="http://schemas.openxmlformats.org/drawingml/2006/main" w="9525">
            <a:solidFill>
              <a:srgbClr val="C8C5BE"/>
            </a:solidFill>
            <a:prstDash val="solid"/>
          </a:ln>
        </p:spPr>
      </p:sp>
      <p:sp>
        <p:nvSpPr>
          <p:cNvPr id="18" name="">
            <a:extLst xmlns:a="http://schemas.openxmlformats.org/drawingml/2006/main">
              <a:ext uri="{FF2B5EF4-FFF2-40B4-BE49-F238E27FC236}">
                <a16:creationId xmlns:a16="http://schemas.microsoft.com/office/drawing/2014/main" id="{3D84FB62-7E80-427A-B9D0-961BEB0B571F}"/>
              </a:ext>
            </a:extLst>
          </p:cNvPr>
          <p:cNvSpPr>
            <a:spLocks xmlns:a="http://schemas.openxmlformats.org/drawingml/2006/main" noGrp="1"/>
          </p:cNvSpPr>
          <p:nvPr/>
        </p:nvSpPr>
        <p:spPr>
          <a:xfrm xmlns:a="http://schemas.openxmlformats.org/drawingml/2006/main">
            <a:off x="7620000" y="22860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C6281C"/>
                </a:solidFill>
                <a:latin typeface="Arial"/>
                <a:ea typeface="Arial"/>
                <a:cs typeface="Arial"/>
              </a:defRPr>
            </a:pPr>
            <a:r>
              <a:rPr sz="900" b="1">
                <a:solidFill>
                  <a:srgbClr val="C6281C"/>
                </a:solidFill>
                <a:latin typeface="Arial"/>
                <a:ea typeface="Arial"/>
                <a:cs typeface="Arial"/>
              </a:rPr>
              <a:t>Aksi</a:t>
            </a:r>
          </a:p>
        </p:txBody>
      </p:sp>
      <p:sp>
        <p:nvSpPr>
          <p:cNvPr id="19" name="">
            <a:extLst xmlns:a="http://schemas.openxmlformats.org/drawingml/2006/main">
              <a:ext uri="{FF2B5EF4-FFF2-40B4-BE49-F238E27FC236}">
                <a16:creationId xmlns:a16="http://schemas.microsoft.com/office/drawing/2014/main" id="{1F769EB7-3D6C-4237-A154-A2D91BF3E56F}"/>
              </a:ext>
            </a:extLst>
          </p:cNvPr>
          <p:cNvSpPr>
            <a:spLocks xmlns:a="http://schemas.openxmlformats.org/drawingml/2006/main" noGrp="1"/>
          </p:cNvSpPr>
          <p:nvPr/>
        </p:nvSpPr>
        <p:spPr>
          <a:xfrm xmlns:a="http://schemas.openxmlformats.org/drawingml/2006/main">
            <a:off x="7620000" y="2543175"/>
            <a:ext cx="2362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0B0B0B"/>
                </a:solidFill>
                <a:latin typeface="Arial"/>
                <a:ea typeface="Arial"/>
                <a:cs typeface="Arial"/>
              </a:defRPr>
            </a:pPr>
            <a:r>
              <a:rPr sz="1275" b="1">
                <a:solidFill>
                  <a:srgbClr val="0B0B0B"/>
                </a:solidFill>
                <a:latin typeface="Arial"/>
                <a:ea typeface="Arial"/>
                <a:cs typeface="Arial"/>
              </a:rPr>
              <a:t>Konsultasi program</a:t>
            </a:r>
          </a:p>
        </p:txBody>
      </p:sp>
      <p:sp>
        <p:nvSpPr>
          <p:cNvPr id="20" name="">
            <a:extLst xmlns:a="http://schemas.openxmlformats.org/drawingml/2006/main">
              <a:ext uri="{FF2B5EF4-FFF2-40B4-BE49-F238E27FC236}">
                <a16:creationId xmlns:a16="http://schemas.microsoft.com/office/drawing/2014/main" id="{AE9841EB-F388-4957-8F17-4D0AA427C467}"/>
              </a:ext>
            </a:extLst>
          </p:cNvPr>
          <p:cNvSpPr>
            <a:spLocks xmlns:a="http://schemas.openxmlformats.org/drawingml/2006/main" noGrp="1"/>
          </p:cNvSpPr>
          <p:nvPr/>
        </p:nvSpPr>
        <p:spPr>
          <a:xfrm xmlns:a="http://schemas.openxmlformats.org/drawingml/2006/main">
            <a:off x="590550" y="3543300"/>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237A57"/>
                </a:solidFill>
                <a:latin typeface="Arial"/>
                <a:ea typeface="Arial"/>
                <a:cs typeface="Arial"/>
              </a:defRPr>
            </a:pPr>
            <a:r>
              <a:rPr sz="975" b="1">
                <a:solidFill>
                  <a:srgbClr val="237A57"/>
                </a:solidFill>
                <a:latin typeface="Arial"/>
                <a:ea typeface="Arial"/>
                <a:cs typeface="Arial"/>
              </a:rPr>
              <a:t>AFTER</a:t>
            </a:r>
          </a:p>
        </p:txBody>
      </p:sp>
      <p:sp>
        <p:nvSpPr>
          <p:cNvPr id="21" name="">
            <a:extLst xmlns:a="http://schemas.openxmlformats.org/drawingml/2006/main">
              <a:ext uri="{FF2B5EF4-FFF2-40B4-BE49-F238E27FC236}">
                <a16:creationId xmlns:a16="http://schemas.microsoft.com/office/drawing/2014/main" id="{1233AA04-4D0A-4D9D-AAA2-ED10F571F8EC}"/>
              </a:ext>
            </a:extLst>
          </p:cNvPr>
          <p:cNvSpPr>
            <a:spLocks xmlns:a="http://schemas.openxmlformats.org/drawingml/2006/main" noGrp="1"/>
          </p:cNvSpPr>
          <p:nvPr/>
        </p:nvSpPr>
        <p:spPr>
          <a:xfrm xmlns:a="http://schemas.openxmlformats.org/drawingml/2006/main" rot="0">
            <a:off x="590550" y="3886200"/>
            <a:ext cx="2724150" cy="971550"/>
          </a:xfrm>
          <a:prstGeom xmlns:a="http://schemas.openxmlformats.org/drawingml/2006/main" prst="roundRect">
            <a:avLst>
              <a:gd name="adj" fmla="val 7843"/>
            </a:avLst>
          </a:prstGeom>
          <a:solidFill xmlns:a="http://schemas.openxmlformats.org/drawingml/2006/main">
            <a:srgbClr val="C6281C"/>
          </a:solidFill>
          <a:ln xmlns:a="http://schemas.openxmlformats.org/drawingml/2006/main" w="9525">
            <a:solidFill>
              <a:srgbClr val="C6281C"/>
            </a:solidFill>
            <a:prstDash val="solid"/>
          </a:ln>
        </p:spPr>
      </p:sp>
      <p:sp>
        <p:nvSpPr>
          <p:cNvPr id="22" name="">
            <a:extLst xmlns:a="http://schemas.openxmlformats.org/drawingml/2006/main">
              <a:ext uri="{FF2B5EF4-FFF2-40B4-BE49-F238E27FC236}">
                <a16:creationId xmlns:a16="http://schemas.microsoft.com/office/drawing/2014/main" id="{BF47FEFC-77D3-4924-A7D9-DA6E0879E326}"/>
              </a:ext>
            </a:extLst>
          </p:cNvPr>
          <p:cNvSpPr>
            <a:spLocks xmlns:a="http://schemas.openxmlformats.org/drawingml/2006/main" noGrp="1"/>
          </p:cNvSpPr>
          <p:nvPr/>
        </p:nvSpPr>
        <p:spPr>
          <a:xfrm xmlns:a="http://schemas.openxmlformats.org/drawingml/2006/main">
            <a:off x="762000" y="40386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FFD9D4"/>
                </a:solidFill>
                <a:latin typeface="Arial"/>
                <a:ea typeface="Arial"/>
                <a:cs typeface="Arial"/>
              </a:defRPr>
            </a:pPr>
            <a:r>
              <a:rPr sz="900" b="1">
                <a:solidFill>
                  <a:srgbClr val="FFD9D4"/>
                </a:solidFill>
                <a:latin typeface="Arial"/>
                <a:ea typeface="Arial"/>
                <a:cs typeface="Arial"/>
              </a:rPr>
              <a:t>Konteks nyata</a:t>
            </a:r>
          </a:p>
        </p:txBody>
      </p:sp>
      <p:sp>
        <p:nvSpPr>
          <p:cNvPr id="23" name="">
            <a:extLst xmlns:a="http://schemas.openxmlformats.org/drawingml/2006/main">
              <a:ext uri="{FF2B5EF4-FFF2-40B4-BE49-F238E27FC236}">
                <a16:creationId xmlns:a16="http://schemas.microsoft.com/office/drawing/2014/main" id="{6210E830-1846-488F-AB32-12B2CC802C2F}"/>
              </a:ext>
            </a:extLst>
          </p:cNvPr>
          <p:cNvSpPr>
            <a:spLocks xmlns:a="http://schemas.openxmlformats.org/drawingml/2006/main" noGrp="1"/>
          </p:cNvSpPr>
          <p:nvPr/>
        </p:nvSpPr>
        <p:spPr>
          <a:xfrm xmlns:a="http://schemas.openxmlformats.org/drawingml/2006/main">
            <a:off x="762000" y="4295775"/>
            <a:ext cx="2362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FFFFFF"/>
                </a:solidFill>
                <a:latin typeface="Arial"/>
                <a:ea typeface="Arial"/>
                <a:cs typeface="Arial"/>
              </a:defRPr>
            </a:pPr>
            <a:r>
              <a:rPr sz="1275" b="1">
                <a:solidFill>
                  <a:srgbClr val="FFFFFF"/>
                </a:solidFill>
                <a:latin typeface="Arial"/>
                <a:ea typeface="Arial"/>
                <a:cs typeface="Arial"/>
              </a:rPr>
              <a:t>Belajar di bengkel aktif</a:t>
            </a:r>
          </a:p>
        </p:txBody>
      </p:sp>
      <p:sp>
        <p:nvSpPr>
          <p:cNvPr id="24" name="">
            <a:extLst xmlns:a="http://schemas.openxmlformats.org/drawingml/2006/main">
              <a:ext uri="{FF2B5EF4-FFF2-40B4-BE49-F238E27FC236}">
                <a16:creationId xmlns:a16="http://schemas.microsoft.com/office/drawing/2014/main" id="{0C49D068-D818-4E40-8985-A97085A88849}"/>
              </a:ext>
            </a:extLst>
          </p:cNvPr>
          <p:cNvSpPr>
            <a:spLocks xmlns:a="http://schemas.openxmlformats.org/drawingml/2006/main" noGrp="1"/>
          </p:cNvSpPr>
          <p:nvPr/>
        </p:nvSpPr>
        <p:spPr>
          <a:xfrm xmlns:a="http://schemas.openxmlformats.org/drawingml/2006/main" rot="0">
            <a:off x="3457575" y="4248150"/>
            <a:ext cx="400050" cy="247650"/>
          </a:xfrm>
          <a:prstGeom xmlns:a="http://schemas.openxmlformats.org/drawingml/2006/main" prst="rightArrow">
            <a:avLst/>
          </a:prstGeom>
          <a:solidFill xmlns:a="http://schemas.openxmlformats.org/drawingml/2006/main">
            <a:srgbClr val="237A57"/>
          </a:solidFill>
          <a:ln xmlns:a="http://schemas.openxmlformats.org/drawingml/2006/main" w="0">
            <a:solidFill>
              <a:srgbClr val="237A57"/>
            </a:solidFill>
            <a:prstDash val="solid"/>
          </a:ln>
        </p:spPr>
      </p:sp>
      <p:sp>
        <p:nvSpPr>
          <p:cNvPr id="25" name="">
            <a:extLst xmlns:a="http://schemas.openxmlformats.org/drawingml/2006/main">
              <a:ext uri="{FF2B5EF4-FFF2-40B4-BE49-F238E27FC236}">
                <a16:creationId xmlns:a16="http://schemas.microsoft.com/office/drawing/2014/main" id="{56D10592-8491-4447-BFD4-0793A242AD2C}"/>
              </a:ext>
            </a:extLst>
          </p:cNvPr>
          <p:cNvSpPr>
            <a:spLocks xmlns:a="http://schemas.openxmlformats.org/drawingml/2006/main" noGrp="1"/>
          </p:cNvSpPr>
          <p:nvPr/>
        </p:nvSpPr>
        <p:spPr>
          <a:xfrm xmlns:a="http://schemas.openxmlformats.org/drawingml/2006/main" rot="0">
            <a:off x="4019550" y="3886200"/>
            <a:ext cx="2724150" cy="971550"/>
          </a:xfrm>
          <a:prstGeom xmlns:a="http://schemas.openxmlformats.org/drawingml/2006/main" prst="roundRect">
            <a:avLst>
              <a:gd name="adj" fmla="val 7843"/>
            </a:avLst>
          </a:prstGeom>
          <a:solidFill xmlns:a="http://schemas.openxmlformats.org/drawingml/2006/main">
            <a:srgbClr val="FFFFFF"/>
          </a:solidFill>
          <a:ln xmlns:a="http://schemas.openxmlformats.org/drawingml/2006/main" w="9525">
            <a:solidFill>
              <a:srgbClr val="C8C5BE"/>
            </a:solidFill>
            <a:prstDash val="solid"/>
          </a:ln>
        </p:spPr>
      </p:sp>
      <p:sp>
        <p:nvSpPr>
          <p:cNvPr id="26" name="">
            <a:extLst xmlns:a="http://schemas.openxmlformats.org/drawingml/2006/main">
              <a:ext uri="{FF2B5EF4-FFF2-40B4-BE49-F238E27FC236}">
                <a16:creationId xmlns:a16="http://schemas.microsoft.com/office/drawing/2014/main" id="{B410B90C-A613-4A6F-BAC2-12CEA834B02D}"/>
              </a:ext>
            </a:extLst>
          </p:cNvPr>
          <p:cNvSpPr>
            <a:spLocks xmlns:a="http://schemas.openxmlformats.org/drawingml/2006/main" noGrp="1"/>
          </p:cNvSpPr>
          <p:nvPr/>
        </p:nvSpPr>
        <p:spPr>
          <a:xfrm xmlns:a="http://schemas.openxmlformats.org/drawingml/2006/main">
            <a:off x="4191000" y="40386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237A57"/>
                </a:solidFill>
                <a:latin typeface="Arial"/>
                <a:ea typeface="Arial"/>
                <a:cs typeface="Arial"/>
              </a:defRPr>
            </a:pPr>
            <a:r>
              <a:rPr sz="900" b="1">
                <a:solidFill>
                  <a:srgbClr val="237A57"/>
                </a:solidFill>
                <a:latin typeface="Arial"/>
                <a:ea typeface="Arial"/>
                <a:cs typeface="Arial"/>
              </a:rPr>
              <a:t>Bukti</a:t>
            </a:r>
          </a:p>
        </p:txBody>
      </p:sp>
      <p:sp>
        <p:nvSpPr>
          <p:cNvPr id="27" name="">
            <a:extLst xmlns:a="http://schemas.openxmlformats.org/drawingml/2006/main">
              <a:ext uri="{FF2B5EF4-FFF2-40B4-BE49-F238E27FC236}">
                <a16:creationId xmlns:a16="http://schemas.microsoft.com/office/drawing/2014/main" id="{DE26F746-6C9C-467D-AF65-E939785BA9D8}"/>
              </a:ext>
            </a:extLst>
          </p:cNvPr>
          <p:cNvSpPr>
            <a:spLocks xmlns:a="http://schemas.openxmlformats.org/drawingml/2006/main" noGrp="1"/>
          </p:cNvSpPr>
          <p:nvPr/>
        </p:nvSpPr>
        <p:spPr>
          <a:xfrm xmlns:a="http://schemas.openxmlformats.org/drawingml/2006/main">
            <a:off x="4191000" y="4295775"/>
            <a:ext cx="2362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0B0B0B"/>
                </a:solidFill>
                <a:latin typeface="Arial"/>
                <a:ea typeface="Arial"/>
                <a:cs typeface="Arial"/>
              </a:defRPr>
            </a:pPr>
            <a:r>
              <a:rPr sz="1275" b="1">
                <a:solidFill>
                  <a:srgbClr val="0B0B0B"/>
                </a:solidFill>
                <a:latin typeface="Arial"/>
                <a:ea typeface="Arial"/>
                <a:cs typeface="Arial"/>
              </a:rPr>
              <a:t>Metode, alat, trainer, OJT</a:t>
            </a:r>
          </a:p>
        </p:txBody>
      </p:sp>
      <p:sp>
        <p:nvSpPr>
          <p:cNvPr id="28" name="">
            <a:extLst xmlns:a="http://schemas.openxmlformats.org/drawingml/2006/main">
              <a:ext uri="{FF2B5EF4-FFF2-40B4-BE49-F238E27FC236}">
                <a16:creationId xmlns:a16="http://schemas.microsoft.com/office/drawing/2014/main" id="{873D0BA9-3623-4AFE-B890-30F14708D2F7}"/>
              </a:ext>
            </a:extLst>
          </p:cNvPr>
          <p:cNvSpPr>
            <a:spLocks xmlns:a="http://schemas.openxmlformats.org/drawingml/2006/main" noGrp="1"/>
          </p:cNvSpPr>
          <p:nvPr/>
        </p:nvSpPr>
        <p:spPr>
          <a:xfrm xmlns:a="http://schemas.openxmlformats.org/drawingml/2006/main" rot="0">
            <a:off x="6886575" y="4248150"/>
            <a:ext cx="400050" cy="247650"/>
          </a:xfrm>
          <a:prstGeom xmlns:a="http://schemas.openxmlformats.org/drawingml/2006/main" prst="rightArrow">
            <a:avLst/>
          </a:prstGeom>
          <a:solidFill xmlns:a="http://schemas.openxmlformats.org/drawingml/2006/main">
            <a:srgbClr val="237A57"/>
          </a:solidFill>
          <a:ln xmlns:a="http://schemas.openxmlformats.org/drawingml/2006/main" w="0">
            <a:solidFill>
              <a:srgbClr val="237A57"/>
            </a:solidFill>
            <a:prstDash val="solid"/>
          </a:ln>
        </p:spPr>
      </p:sp>
      <p:sp>
        <p:nvSpPr>
          <p:cNvPr id="29" name="">
            <a:extLst xmlns:a="http://schemas.openxmlformats.org/drawingml/2006/main">
              <a:ext uri="{FF2B5EF4-FFF2-40B4-BE49-F238E27FC236}">
                <a16:creationId xmlns:a16="http://schemas.microsoft.com/office/drawing/2014/main" id="{8C74ACDA-B106-45FC-B8D5-C53BDA600057}"/>
              </a:ext>
            </a:extLst>
          </p:cNvPr>
          <p:cNvSpPr>
            <a:spLocks xmlns:a="http://schemas.openxmlformats.org/drawingml/2006/main" noGrp="1"/>
          </p:cNvSpPr>
          <p:nvPr/>
        </p:nvSpPr>
        <p:spPr>
          <a:xfrm xmlns:a="http://schemas.openxmlformats.org/drawingml/2006/main" rot="0">
            <a:off x="7448550" y="3886200"/>
            <a:ext cx="2724150" cy="971550"/>
          </a:xfrm>
          <a:prstGeom xmlns:a="http://schemas.openxmlformats.org/drawingml/2006/main" prst="roundRect">
            <a:avLst>
              <a:gd name="adj" fmla="val 7843"/>
            </a:avLst>
          </a:prstGeom>
          <a:solidFill xmlns:a="http://schemas.openxmlformats.org/drawingml/2006/main">
            <a:srgbClr val="FFFFFF"/>
          </a:solidFill>
          <a:ln xmlns:a="http://schemas.openxmlformats.org/drawingml/2006/main" w="9525">
            <a:solidFill>
              <a:srgbClr val="C8C5BE"/>
            </a:solidFill>
            <a:prstDash val="solid"/>
          </a:ln>
        </p:spPr>
      </p:sp>
      <p:sp>
        <p:nvSpPr>
          <p:cNvPr id="30" name="">
            <a:extLst xmlns:a="http://schemas.openxmlformats.org/drawingml/2006/main">
              <a:ext uri="{FF2B5EF4-FFF2-40B4-BE49-F238E27FC236}">
                <a16:creationId xmlns:a16="http://schemas.microsoft.com/office/drawing/2014/main" id="{894C4EAE-EF77-4BF4-BDF9-74255722F8E7}"/>
              </a:ext>
            </a:extLst>
          </p:cNvPr>
          <p:cNvSpPr>
            <a:spLocks xmlns:a="http://schemas.openxmlformats.org/drawingml/2006/main" noGrp="1"/>
          </p:cNvSpPr>
          <p:nvPr/>
        </p:nvSpPr>
        <p:spPr>
          <a:xfrm xmlns:a="http://schemas.openxmlformats.org/drawingml/2006/main">
            <a:off x="7620000" y="40386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237A57"/>
                </a:solidFill>
                <a:latin typeface="Arial"/>
                <a:ea typeface="Arial"/>
                <a:cs typeface="Arial"/>
              </a:defRPr>
            </a:pPr>
            <a:r>
              <a:rPr sz="900" b="1">
                <a:solidFill>
                  <a:srgbClr val="237A57"/>
                </a:solidFill>
                <a:latin typeface="Arial"/>
                <a:ea typeface="Arial"/>
                <a:cs typeface="Arial"/>
              </a:rPr>
              <a:t>Keputusan</a:t>
            </a:r>
          </a:p>
        </p:txBody>
      </p:sp>
      <p:sp>
        <p:nvSpPr>
          <p:cNvPr id="31" name="">
            <a:extLst xmlns:a="http://schemas.openxmlformats.org/drawingml/2006/main">
              <a:ext uri="{FF2B5EF4-FFF2-40B4-BE49-F238E27FC236}">
                <a16:creationId xmlns:a16="http://schemas.microsoft.com/office/drawing/2014/main" id="{3AFF82EF-A324-4BD6-BC54-EC1CE5AA28B0}"/>
              </a:ext>
            </a:extLst>
          </p:cNvPr>
          <p:cNvSpPr>
            <a:spLocks xmlns:a="http://schemas.openxmlformats.org/drawingml/2006/main" noGrp="1"/>
          </p:cNvSpPr>
          <p:nvPr/>
        </p:nvSpPr>
        <p:spPr>
          <a:xfrm xmlns:a="http://schemas.openxmlformats.org/drawingml/2006/main">
            <a:off x="7620000" y="4295775"/>
            <a:ext cx="2362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0B0B0B"/>
                </a:solidFill>
                <a:latin typeface="Arial"/>
                <a:ea typeface="Arial"/>
                <a:cs typeface="Arial"/>
              </a:defRPr>
            </a:pPr>
            <a:r>
              <a:rPr sz="1275" b="1">
                <a:solidFill>
                  <a:srgbClr val="0B0B0B"/>
                </a:solidFill>
                <a:latin typeface="Arial"/>
                <a:ea typeface="Arial"/>
                <a:cs typeface="Arial"/>
              </a:rPr>
              <a:t>Pilih program lalu konsultasi</a:t>
            </a:r>
          </a:p>
        </p:txBody>
      </p:sp>
      <p:sp>
        <p:nvSpPr>
          <p:cNvPr id="32" name="">
            <a:extLst xmlns:a="http://schemas.openxmlformats.org/drawingml/2006/main">
              <a:ext uri="{FF2B5EF4-FFF2-40B4-BE49-F238E27FC236}">
                <a16:creationId xmlns:a16="http://schemas.microsoft.com/office/drawing/2014/main" id="{B493A181-4F65-483B-A4F0-E97A8009B243}"/>
              </a:ext>
            </a:extLst>
          </p:cNvPr>
          <p:cNvSpPr>
            <a:spLocks xmlns:a="http://schemas.openxmlformats.org/drawingml/2006/main" noGrp="1"/>
          </p:cNvSpPr>
          <p:nvPr/>
        </p:nvSpPr>
        <p:spPr>
          <a:xfrm xmlns:a="http://schemas.openxmlformats.org/drawingml/2006/main" rot="0">
            <a:off x="590550" y="5276850"/>
            <a:ext cx="10306050" cy="800100"/>
          </a:xfrm>
          <a:prstGeom xmlns:a="http://schemas.openxmlformats.org/drawingml/2006/main" prst="roundRect">
            <a:avLst>
              <a:gd name="adj" fmla="val 9524"/>
            </a:avLst>
          </a:prstGeom>
          <a:solidFill xmlns:a="http://schemas.openxmlformats.org/drawingml/2006/main">
            <a:srgbClr val="F5DED9"/>
          </a:solidFill>
          <a:ln xmlns:a="http://schemas.openxmlformats.org/drawingml/2006/main" w="0">
            <a:solidFill>
              <a:srgbClr val="F5DED9"/>
            </a:solidFill>
            <a:prstDash val="solid"/>
          </a:ln>
        </p:spPr>
      </p:sp>
      <p:sp>
        <p:nvSpPr>
          <p:cNvPr id="33" name="">
            <a:extLst xmlns:a="http://schemas.openxmlformats.org/drawingml/2006/main">
              <a:ext uri="{FF2B5EF4-FFF2-40B4-BE49-F238E27FC236}">
                <a16:creationId xmlns:a16="http://schemas.microsoft.com/office/drawing/2014/main" id="{1676F0E1-A7D0-4672-9B6E-32F112CBC527}"/>
              </a:ext>
            </a:extLst>
          </p:cNvPr>
          <p:cNvSpPr>
            <a:spLocks xmlns:a="http://schemas.openxmlformats.org/drawingml/2006/main" noGrp="1"/>
          </p:cNvSpPr>
          <p:nvPr/>
        </p:nvSpPr>
        <p:spPr>
          <a:xfrm xmlns:a="http://schemas.openxmlformats.org/drawingml/2006/main">
            <a:off x="800100" y="5457825"/>
            <a:ext cx="85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9F2118"/>
                </a:solidFill>
                <a:latin typeface="Arial"/>
                <a:ea typeface="Arial"/>
                <a:cs typeface="Arial"/>
              </a:defRPr>
            </a:pPr>
            <a:r>
              <a:rPr sz="900" b="1">
                <a:solidFill>
                  <a:srgbClr val="9F2118"/>
                </a:solidFill>
                <a:latin typeface="Arial"/>
                <a:ea typeface="Arial"/>
                <a:cs typeface="Arial"/>
              </a:rPr>
              <a:t>Intinya</a:t>
            </a:r>
          </a:p>
        </p:txBody>
      </p:sp>
      <p:sp>
        <p:nvSpPr>
          <p:cNvPr id="34" name="">
            <a:extLst xmlns:a="http://schemas.openxmlformats.org/drawingml/2006/main">
              <a:ext uri="{FF2B5EF4-FFF2-40B4-BE49-F238E27FC236}">
                <a16:creationId xmlns:a16="http://schemas.microsoft.com/office/drawing/2014/main" id="{2CCB5651-70A0-4C43-90D5-9B13FC2D4D8B}"/>
              </a:ext>
            </a:extLst>
          </p:cNvPr>
          <p:cNvSpPr>
            <a:spLocks xmlns:a="http://schemas.openxmlformats.org/drawingml/2006/main" noGrp="1"/>
          </p:cNvSpPr>
          <p:nvPr/>
        </p:nvSpPr>
        <p:spPr>
          <a:xfrm xmlns:a="http://schemas.openxmlformats.org/drawingml/2006/main">
            <a:off x="1714500" y="541020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666"/>
          </a:bodyPr>
          <a:lstStyle xmlns:a="http://schemas.openxmlformats.org/drawingml/2006/main"/>
          <a:p xmlns:a="http://schemas.openxmlformats.org/drawingml/2006/main">
            <a:pPr algn="l">
              <a:buNone/>
              <a:defRPr sz="1650" b="1">
                <a:solidFill>
                  <a:srgbClr val="0B0B0B"/>
                </a:solidFill>
                <a:latin typeface="Arial"/>
                <a:ea typeface="Arial"/>
                <a:cs typeface="Arial"/>
              </a:defRPr>
            </a:pPr>
            <a:r>
              <a:rPr sz="1650" b="1">
                <a:solidFill>
                  <a:srgbClr val="0B0B0B"/>
                </a:solidFill>
                <a:latin typeface="Arial"/>
                <a:ea typeface="Arial"/>
                <a:cs typeface="Arial"/>
              </a:rPr>
              <a:t>Website kini menjual proses belajar yang dapat dipahami—bukan hanya hasil akhir yang diinginkan.</a:t>
            </a:r>
          </a:p>
        </p:txBody>
      </p:sp>
    </p:spTree>
    <p:extLst>
      <p:ext uri="{BB962C8B-B14F-4D97-AF65-F5344CB8AC3E}">
        <p14:creationId xmlns:p14="http://schemas.microsoft.com/office/powerpoint/2010/main" val="2110879194"/>
      </p:ext>
    </p:extLst>
  </p:cSld>
</p:sld>
</file>

<file path=ppt/slides/slide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7D1461C-C276-480E-ACD6-3A097D96E7EF}"/>
              </a:ext>
            </a:extLst>
          </p:cNvPr>
          <p:cNvSpPr>
            <a:spLocks xmlns:a="http://schemas.openxmlformats.org/drawingml/2006/main" noGrp="1"/>
          </p:cNvSpPr>
          <p:nvPr/>
        </p:nvSpPr>
        <p:spPr>
          <a:xfrm xmlns:a="http://schemas.openxmlformats.org/drawingml/2006/main" rot="0">
            <a:off x="0" y="0"/>
            <a:ext cx="12192000" cy="76200"/>
          </a:xfrm>
          <a:prstGeom xmlns:a="http://schemas.openxmlformats.org/drawingml/2006/main" prst="rect">
            <a:avLst/>
          </a:prstGeom>
          <a:solidFill xmlns:a="http://schemas.openxmlformats.org/drawingml/2006/main">
            <a:srgbClr val="C6281C"/>
          </a:solidFill>
          <a:ln xmlns:a="http://schemas.openxmlformats.org/drawingml/2006/main" w="0">
            <a:solidFill>
              <a:srgbClr val="C6281C"/>
            </a:solidFill>
            <a:prstDash val="solid"/>
          </a:ln>
        </p:spPr>
      </p:sp>
      <p:sp>
        <p:nvSpPr>
          <p:cNvPr id="2" name="">
            <a:extLst xmlns:a="http://schemas.openxmlformats.org/drawingml/2006/main">
              <a:ext uri="{FF2B5EF4-FFF2-40B4-BE49-F238E27FC236}">
                <a16:creationId xmlns:a16="http://schemas.microsoft.com/office/drawing/2014/main" id="{10B86C1D-FB43-497A-B5B1-BF08C187CA3D}"/>
              </a:ext>
            </a:extLst>
          </p:cNvPr>
          <p:cNvSpPr>
            <a:spLocks xmlns:a="http://schemas.openxmlformats.org/drawingml/2006/main" noGrp="1"/>
          </p:cNvSpPr>
          <p:nvPr/>
        </p:nvSpPr>
        <p:spPr>
          <a:xfrm xmlns:a="http://schemas.openxmlformats.org/drawingml/2006/main">
            <a:off x="457200" y="247650"/>
            <a:ext cx="3048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1">
                <a:solidFill>
                  <a:srgbClr val="C6281C"/>
                </a:solidFill>
                <a:latin typeface="Arial"/>
                <a:ea typeface="Arial"/>
                <a:cs typeface="Arial"/>
              </a:defRPr>
            </a:pPr>
            <a:r>
              <a:rPr sz="825" b="1">
                <a:solidFill>
                  <a:srgbClr val="C6281C"/>
                </a:solidFill>
                <a:latin typeface="Arial"/>
                <a:ea typeface="Arial"/>
                <a:cs typeface="Arial"/>
              </a:rPr>
              <a:t>WEBSITE REVAMP</a:t>
            </a:r>
          </a:p>
        </p:txBody>
      </p:sp>
      <p:sp>
        <p:nvSpPr>
          <p:cNvPr id="3" name="">
            <a:extLst xmlns:a="http://schemas.openxmlformats.org/drawingml/2006/main">
              <a:ext uri="{FF2B5EF4-FFF2-40B4-BE49-F238E27FC236}">
                <a16:creationId xmlns:a16="http://schemas.microsoft.com/office/drawing/2014/main" id="{41F350EF-3277-4287-A41F-0ADB02D47BDA}"/>
              </a:ext>
            </a:extLst>
          </p:cNvPr>
          <p:cNvSpPr>
            <a:spLocks xmlns:a="http://schemas.openxmlformats.org/drawingml/2006/main" noGrp="1"/>
          </p:cNvSpPr>
          <p:nvPr/>
        </p:nvSpPr>
        <p:spPr>
          <a:xfrm xmlns:a="http://schemas.openxmlformats.org/drawingml/2006/main">
            <a:off x="457200" y="4762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693"/>
          </a:bodyPr>
          <a:lstStyle xmlns:a="http://schemas.openxmlformats.org/drawingml/2006/main"/>
          <a:p xmlns:a="http://schemas.openxmlformats.org/drawingml/2006/main">
            <a:pPr algn="l">
              <a:buNone/>
              <a:defRPr sz="2850" b="1">
                <a:solidFill>
                  <a:srgbClr val="0B0B0B"/>
                </a:solidFill>
                <a:latin typeface="Arial"/>
                <a:ea typeface="Arial"/>
                <a:cs typeface="Arial"/>
              </a:defRPr>
            </a:pPr>
            <a:r>
              <a:rPr sz="2850" b="1">
                <a:solidFill>
                  <a:srgbClr val="0B0B0B"/>
                </a:solidFill>
                <a:latin typeface="Arial"/>
                <a:ea typeface="Arial"/>
                <a:cs typeface="Arial"/>
              </a:rPr>
              <a:t>Perbandingan langsung: pesan lebih spesifik, keputusan lebih mudah</a:t>
            </a:r>
          </a:p>
        </p:txBody>
      </p:sp>
      <p:sp>
        <p:nvSpPr>
          <p:cNvPr id="4" name="">
            <a:extLst xmlns:a="http://schemas.openxmlformats.org/drawingml/2006/main">
              <a:ext uri="{FF2B5EF4-FFF2-40B4-BE49-F238E27FC236}">
                <a16:creationId xmlns:a16="http://schemas.microsoft.com/office/drawing/2014/main" id="{373F64A9-6EF7-426E-82D3-9656EDFAF284}"/>
              </a:ext>
            </a:extLst>
          </p:cNvPr>
          <p:cNvSpPr>
            <a:spLocks xmlns:a="http://schemas.openxmlformats.org/drawingml/2006/main" noGrp="1"/>
          </p:cNvSpPr>
          <p:nvPr/>
        </p:nvSpPr>
        <p:spPr>
          <a:xfrm xmlns:a="http://schemas.openxmlformats.org/drawingml/2006/main" rot="0">
            <a:off x="457200" y="6505575"/>
            <a:ext cx="1127760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5" name="">
            <a:extLst xmlns:a="http://schemas.openxmlformats.org/drawingml/2006/main">
              <a:ext uri="{FF2B5EF4-FFF2-40B4-BE49-F238E27FC236}">
                <a16:creationId xmlns:a16="http://schemas.microsoft.com/office/drawing/2014/main" id="{2F4FDFD5-7732-430E-BAB3-FAA8D9A6B663}"/>
              </a:ext>
            </a:extLst>
          </p:cNvPr>
          <p:cNvSpPr>
            <a:spLocks xmlns:a="http://schemas.openxmlformats.org/drawingml/2006/main" noGrp="1"/>
          </p:cNvSpPr>
          <p:nvPr/>
        </p:nvSpPr>
        <p:spPr>
          <a:xfrm xmlns:a="http://schemas.openxmlformats.org/drawingml/2006/main">
            <a:off x="457200" y="6591300"/>
            <a:ext cx="4000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1">
                <a:solidFill>
                  <a:srgbClr val="5F5E5A"/>
                </a:solidFill>
                <a:latin typeface="Arial"/>
                <a:ea typeface="Arial"/>
                <a:cs typeface="Arial"/>
              </a:defRPr>
            </a:pPr>
            <a:r>
              <a:rPr sz="750" b="1">
                <a:solidFill>
                  <a:srgbClr val="5F5E5A"/>
                </a:solidFill>
                <a:latin typeface="Arial"/>
                <a:ea typeface="Arial"/>
                <a:cs typeface="Arial"/>
              </a:rPr>
              <a:t>PITCAR ACADEMY • BEFORE / AFTER</a:t>
            </a:r>
          </a:p>
        </p:txBody>
      </p:sp>
      <p:sp>
        <p:nvSpPr>
          <p:cNvPr id="6" name="">
            <a:extLst xmlns:a="http://schemas.openxmlformats.org/drawingml/2006/main">
              <a:ext uri="{FF2B5EF4-FFF2-40B4-BE49-F238E27FC236}">
                <a16:creationId xmlns:a16="http://schemas.microsoft.com/office/drawing/2014/main" id="{A0EFECCE-C1CC-461F-8EE8-FD551D3BC6C5}"/>
              </a:ext>
            </a:extLst>
          </p:cNvPr>
          <p:cNvSpPr>
            <a:spLocks xmlns:a="http://schemas.openxmlformats.org/drawingml/2006/main" noGrp="1"/>
          </p:cNvSpPr>
          <p:nvPr/>
        </p:nvSpPr>
        <p:spPr>
          <a:xfrm xmlns:a="http://schemas.openxmlformats.org/drawingml/2006/main">
            <a:off x="11239500" y="6591300"/>
            <a:ext cx="4953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750" b="1">
                <a:solidFill>
                  <a:srgbClr val="5F5E5A"/>
                </a:solidFill>
                <a:latin typeface="Arial"/>
                <a:ea typeface="Arial"/>
                <a:cs typeface="Arial"/>
              </a:defRPr>
            </a:pPr>
            <a:r>
              <a:rPr sz="750" b="1">
                <a:solidFill>
                  <a:srgbClr val="5F5E5A"/>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74D554D3-564E-47A6-90ED-E42E1C859D38}"/>
              </a:ext>
            </a:extLst>
          </p:cNvPr>
          <p:cNvSpPr>
            <a:spLocks xmlns:a="http://schemas.openxmlformats.org/drawingml/2006/main" noGrp="1"/>
          </p:cNvSpPr>
          <p:nvPr/>
        </p:nvSpPr>
        <p:spPr>
          <a:xfrm xmlns:a="http://schemas.openxmlformats.org/drawingml/2006/main">
            <a:off x="571500" y="114300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9F2118"/>
                </a:solidFill>
                <a:latin typeface="Arial"/>
                <a:ea typeface="Arial"/>
                <a:cs typeface="Arial"/>
              </a:defRPr>
            </a:pPr>
            <a:r>
              <a:rPr sz="975" b="1">
                <a:solidFill>
                  <a:srgbClr val="9F2118"/>
                </a:solidFill>
                <a:latin typeface="Arial"/>
                <a:ea typeface="Arial"/>
                <a:cs typeface="Arial"/>
              </a:rPr>
              <a:t>BEFORE</a:t>
            </a:r>
          </a:p>
        </p:txBody>
      </p:sp>
      <p:sp>
        <p:nvSpPr>
          <p:cNvPr id="8" name="">
            <a:extLst xmlns:a="http://schemas.openxmlformats.org/drawingml/2006/main">
              <a:ext uri="{FF2B5EF4-FFF2-40B4-BE49-F238E27FC236}">
                <a16:creationId xmlns:a16="http://schemas.microsoft.com/office/drawing/2014/main" id="{8FF5DE3A-530F-44FF-8A8F-59E84297E5DE}"/>
              </a:ext>
            </a:extLst>
          </p:cNvPr>
          <p:cNvSpPr>
            <a:spLocks xmlns:a="http://schemas.openxmlformats.org/drawingml/2006/main" noGrp="1"/>
          </p:cNvSpPr>
          <p:nvPr/>
        </p:nvSpPr>
        <p:spPr>
          <a:xfrm xmlns:a="http://schemas.openxmlformats.org/drawingml/2006/main">
            <a:off x="6286500" y="114300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237A57"/>
                </a:solidFill>
                <a:latin typeface="Arial"/>
                <a:ea typeface="Arial"/>
                <a:cs typeface="Arial"/>
              </a:defRPr>
            </a:pPr>
            <a:r>
              <a:rPr sz="975" b="1">
                <a:solidFill>
                  <a:srgbClr val="237A57"/>
                </a:solidFill>
                <a:latin typeface="Arial"/>
                <a:ea typeface="Arial"/>
                <a:cs typeface="Arial"/>
              </a:rPr>
              <a:t>AFTER</a:t>
            </a:r>
          </a:p>
        </p:txBody>
      </p:sp>
      <p:sp>
        <p:nvSpPr>
          <p:cNvPr id="9" name="">
            <a:extLst xmlns:a="http://schemas.openxmlformats.org/drawingml/2006/main">
              <a:ext uri="{FF2B5EF4-FFF2-40B4-BE49-F238E27FC236}">
                <a16:creationId xmlns:a16="http://schemas.microsoft.com/office/drawing/2014/main" id="{84F99290-1AF3-4BAB-827B-947CCAB21570}"/>
              </a:ext>
            </a:extLst>
          </p:cNvPr>
          <p:cNvSpPr>
            <a:spLocks xmlns:a="http://schemas.openxmlformats.org/drawingml/2006/main" noGrp="1"/>
          </p:cNvSpPr>
          <p:nvPr/>
        </p:nvSpPr>
        <p:spPr>
          <a:xfrm xmlns:a="http://schemas.openxmlformats.org/drawingml/2006/main" rot="0">
            <a:off x="533400" y="1390650"/>
            <a:ext cx="5353050" cy="3048000"/>
          </a:xfrm>
          <a:prstGeom xmlns:a="http://schemas.openxmlformats.org/drawingml/2006/main" prst="roundRect">
            <a:avLst>
              <a:gd name="adj" fmla="val 2500"/>
            </a:avLst>
          </a:prstGeom>
          <a:solidFill xmlns:a="http://schemas.openxmlformats.org/drawingml/2006/main">
            <a:srgbClr val="FFFFFF"/>
          </a:solidFill>
          <a:ln xmlns:a="http://schemas.openxmlformats.org/drawingml/2006/main" w="9525">
            <a:solidFill>
              <a:srgbClr val="C8C5BE"/>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60c718fcdb9147d1"/>
          <a:srcRect xmlns:a="http://schemas.openxmlformats.org/drawingml/2006/main" l="60" t="0" r="60" b="0"/>
          <a:stretch xmlns:a="http://schemas.openxmlformats.org/drawingml/2006/main">
            <a:fillRect l="0" t="0" r="0" b="0"/>
          </a:stretch>
        </p:blipFill>
        <p:spPr>
          <a:xfrm xmlns:a="http://schemas.openxmlformats.org/drawingml/2006/main">
            <a:off x="571500" y="1428750"/>
            <a:ext cx="5276850" cy="2971800"/>
          </a:xfrm>
          <a:prstGeom xmlns:a="http://schemas.openxmlformats.org/drawingml/2006/main" prst="roundRect">
            <a:avLst>
              <a:gd name="adj" fmla="val 2564"/>
            </a:avLst>
          </a:prstGeom>
        </p:spPr>
      </p:pic>
      <p:sp>
        <p:nvSpPr>
          <p:cNvPr id="11" name="">
            <a:extLst xmlns:a="http://schemas.openxmlformats.org/drawingml/2006/main">
              <a:ext uri="{FF2B5EF4-FFF2-40B4-BE49-F238E27FC236}">
                <a16:creationId xmlns:a16="http://schemas.microsoft.com/office/drawing/2014/main" id="{5E042975-40E9-4E36-884D-BBAFAFCA2F63}"/>
              </a:ext>
            </a:extLst>
          </p:cNvPr>
          <p:cNvSpPr>
            <a:spLocks xmlns:a="http://schemas.openxmlformats.org/drawingml/2006/main" noGrp="1"/>
          </p:cNvSpPr>
          <p:nvPr/>
        </p:nvSpPr>
        <p:spPr>
          <a:xfrm xmlns:a="http://schemas.openxmlformats.org/drawingml/2006/main" rot="0">
            <a:off x="6248400" y="1390650"/>
            <a:ext cx="5353050" cy="3048000"/>
          </a:xfrm>
          <a:prstGeom xmlns:a="http://schemas.openxmlformats.org/drawingml/2006/main" prst="roundRect">
            <a:avLst>
              <a:gd name="adj" fmla="val 2500"/>
            </a:avLst>
          </a:prstGeom>
          <a:solidFill xmlns:a="http://schemas.openxmlformats.org/drawingml/2006/main">
            <a:srgbClr val="FFFFFF"/>
          </a:solidFill>
          <a:ln xmlns:a="http://schemas.openxmlformats.org/drawingml/2006/main" w="9525">
            <a:solidFill>
              <a:srgbClr val="C8C5BE"/>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866681973ca44a76"/>
          <a:srcRect xmlns:a="http://schemas.openxmlformats.org/drawingml/2006/main" l="60" t="0" r="60" b="0"/>
          <a:stretch xmlns:a="http://schemas.openxmlformats.org/drawingml/2006/main">
            <a:fillRect l="0" t="0" r="0" b="0"/>
          </a:stretch>
        </p:blipFill>
        <p:spPr>
          <a:xfrm xmlns:a="http://schemas.openxmlformats.org/drawingml/2006/main">
            <a:off x="6286500" y="1428750"/>
            <a:ext cx="5276850" cy="2971800"/>
          </a:xfrm>
          <a:prstGeom xmlns:a="http://schemas.openxmlformats.org/drawingml/2006/main" prst="roundRect">
            <a:avLst>
              <a:gd name="adj" fmla="val 2564"/>
            </a:avLst>
          </a:prstGeom>
        </p:spPr>
      </p:pic>
      <p:sp>
        <p:nvSpPr>
          <p:cNvPr id="13" name="">
            <a:extLst xmlns:a="http://schemas.openxmlformats.org/drawingml/2006/main">
              <a:ext uri="{FF2B5EF4-FFF2-40B4-BE49-F238E27FC236}">
                <a16:creationId xmlns:a16="http://schemas.microsoft.com/office/drawing/2014/main" id="{31A210B9-1CB5-4863-8DBF-EEF390CB3E90}"/>
              </a:ext>
            </a:extLst>
          </p:cNvPr>
          <p:cNvSpPr>
            <a:spLocks xmlns:a="http://schemas.openxmlformats.org/drawingml/2006/main" noGrp="1"/>
          </p:cNvSpPr>
          <p:nvPr/>
        </p:nvSpPr>
        <p:spPr>
          <a:xfrm xmlns:a="http://schemas.openxmlformats.org/drawingml/2006/main" rot="0">
            <a:off x="571500" y="4648200"/>
            <a:ext cx="10991850" cy="190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14" name="">
            <a:extLst xmlns:a="http://schemas.openxmlformats.org/drawingml/2006/main">
              <a:ext uri="{FF2B5EF4-FFF2-40B4-BE49-F238E27FC236}">
                <a16:creationId xmlns:a16="http://schemas.microsoft.com/office/drawing/2014/main" id="{CD9DD133-A5C6-46AD-B9A2-DD01B4E9ADBC}"/>
              </a:ext>
            </a:extLst>
          </p:cNvPr>
          <p:cNvSpPr>
            <a:spLocks xmlns:a="http://schemas.openxmlformats.org/drawingml/2006/main" noGrp="1"/>
          </p:cNvSpPr>
          <p:nvPr/>
        </p:nvSpPr>
        <p:spPr>
          <a:xfrm xmlns:a="http://schemas.openxmlformats.org/drawingml/2006/main">
            <a:off x="571500" y="47625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C6281C"/>
                </a:solidFill>
                <a:latin typeface="Arial"/>
                <a:ea typeface="Arial"/>
                <a:cs typeface="Arial"/>
              </a:defRPr>
            </a:pPr>
            <a:r>
              <a:rPr sz="975" b="1">
                <a:solidFill>
                  <a:srgbClr val="C6281C"/>
                </a:solidFill>
                <a:latin typeface="Arial"/>
                <a:ea typeface="Arial"/>
                <a:cs typeface="Arial"/>
              </a:rPr>
              <a:t>Pesan</a:t>
            </a:r>
          </a:p>
        </p:txBody>
      </p:sp>
      <p:sp>
        <p:nvSpPr>
          <p:cNvPr id="15" name="">
            <a:extLst xmlns:a="http://schemas.openxmlformats.org/drawingml/2006/main">
              <a:ext uri="{FF2B5EF4-FFF2-40B4-BE49-F238E27FC236}">
                <a16:creationId xmlns:a16="http://schemas.microsoft.com/office/drawing/2014/main" id="{E36FA9BF-08F1-4294-813E-E6E864EF06D8}"/>
              </a:ext>
            </a:extLst>
          </p:cNvPr>
          <p:cNvSpPr>
            <a:spLocks xmlns:a="http://schemas.openxmlformats.org/drawingml/2006/main" noGrp="1"/>
          </p:cNvSpPr>
          <p:nvPr/>
        </p:nvSpPr>
        <p:spPr>
          <a:xfrm xmlns:a="http://schemas.openxmlformats.org/drawingml/2006/main">
            <a:off x="1619250" y="47625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B0B0B"/>
                </a:solidFill>
                <a:latin typeface="Arial"/>
                <a:ea typeface="Arial"/>
                <a:cs typeface="Arial"/>
              </a:defRPr>
            </a:pPr>
            <a:r>
              <a:rPr sz="1200" b="0">
                <a:solidFill>
                  <a:srgbClr val="0B0B0B"/>
                </a:solidFill>
                <a:latin typeface="Arial"/>
                <a:ea typeface="Arial"/>
                <a:cs typeface="Arial"/>
              </a:rPr>
              <a:t>Aspirasi karier</a:t>
            </a:r>
          </a:p>
        </p:txBody>
      </p:sp>
      <p:sp>
        <p:nvSpPr>
          <p:cNvPr id="16" name="">
            <a:extLst xmlns:a="http://schemas.openxmlformats.org/drawingml/2006/main">
              <a:ext uri="{FF2B5EF4-FFF2-40B4-BE49-F238E27FC236}">
                <a16:creationId xmlns:a16="http://schemas.microsoft.com/office/drawing/2014/main" id="{69454A97-285E-4A9A-9079-16A83DD2C12B}"/>
              </a:ext>
            </a:extLst>
          </p:cNvPr>
          <p:cNvSpPr>
            <a:spLocks xmlns:a="http://schemas.openxmlformats.org/drawingml/2006/main" noGrp="1"/>
          </p:cNvSpPr>
          <p:nvPr/>
        </p:nvSpPr>
        <p:spPr>
          <a:xfrm xmlns:a="http://schemas.openxmlformats.org/drawingml/2006/main">
            <a:off x="6286500" y="47625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0B0B0B"/>
                </a:solidFill>
                <a:latin typeface="Arial"/>
                <a:ea typeface="Arial"/>
                <a:cs typeface="Arial"/>
              </a:defRPr>
            </a:pPr>
            <a:r>
              <a:rPr sz="1200" b="1">
                <a:solidFill>
                  <a:srgbClr val="0B0B0B"/>
                </a:solidFill>
                <a:latin typeface="Arial"/>
                <a:ea typeface="Arial"/>
                <a:cs typeface="Arial"/>
              </a:rPr>
              <a:t>Metode belajar nyata</a:t>
            </a:r>
          </a:p>
        </p:txBody>
      </p:sp>
      <p:sp>
        <p:nvSpPr>
          <p:cNvPr id="17" name="">
            <a:extLst xmlns:a="http://schemas.openxmlformats.org/drawingml/2006/main">
              <a:ext uri="{FF2B5EF4-FFF2-40B4-BE49-F238E27FC236}">
                <a16:creationId xmlns:a16="http://schemas.microsoft.com/office/drawing/2014/main" id="{6A3B03F3-58A5-42D7-8B5C-08F892FCB722}"/>
              </a:ext>
            </a:extLst>
          </p:cNvPr>
          <p:cNvSpPr>
            <a:spLocks xmlns:a="http://schemas.openxmlformats.org/drawingml/2006/main" noGrp="1"/>
          </p:cNvSpPr>
          <p:nvPr/>
        </p:nvSpPr>
        <p:spPr>
          <a:xfrm xmlns:a="http://schemas.openxmlformats.org/drawingml/2006/main" rot="0">
            <a:off x="571500" y="5105400"/>
            <a:ext cx="1099185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18" name="">
            <a:extLst xmlns:a="http://schemas.openxmlformats.org/drawingml/2006/main">
              <a:ext uri="{FF2B5EF4-FFF2-40B4-BE49-F238E27FC236}">
                <a16:creationId xmlns:a16="http://schemas.microsoft.com/office/drawing/2014/main" id="{79FD827C-47C8-4283-A870-428706D97FF0}"/>
              </a:ext>
            </a:extLst>
          </p:cNvPr>
          <p:cNvSpPr>
            <a:spLocks xmlns:a="http://schemas.openxmlformats.org/drawingml/2006/main" noGrp="1"/>
          </p:cNvSpPr>
          <p:nvPr/>
        </p:nvSpPr>
        <p:spPr>
          <a:xfrm xmlns:a="http://schemas.openxmlformats.org/drawingml/2006/main">
            <a:off x="571500" y="52197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C6281C"/>
                </a:solidFill>
                <a:latin typeface="Arial"/>
                <a:ea typeface="Arial"/>
                <a:cs typeface="Arial"/>
              </a:defRPr>
            </a:pPr>
            <a:r>
              <a:rPr sz="975" b="1">
                <a:solidFill>
                  <a:srgbClr val="C6281C"/>
                </a:solidFill>
                <a:latin typeface="Arial"/>
                <a:ea typeface="Arial"/>
                <a:cs typeface="Arial"/>
              </a:rPr>
              <a:t>Visual</a:t>
            </a:r>
          </a:p>
        </p:txBody>
      </p:sp>
      <p:sp>
        <p:nvSpPr>
          <p:cNvPr id="19" name="">
            <a:extLst xmlns:a="http://schemas.openxmlformats.org/drawingml/2006/main">
              <a:ext uri="{FF2B5EF4-FFF2-40B4-BE49-F238E27FC236}">
                <a16:creationId xmlns:a16="http://schemas.microsoft.com/office/drawing/2014/main" id="{059B203C-43A4-42DB-B13E-D083FA1CFFEB}"/>
              </a:ext>
            </a:extLst>
          </p:cNvPr>
          <p:cNvSpPr>
            <a:spLocks xmlns:a="http://schemas.openxmlformats.org/drawingml/2006/main" noGrp="1"/>
          </p:cNvSpPr>
          <p:nvPr/>
        </p:nvSpPr>
        <p:spPr>
          <a:xfrm xmlns:a="http://schemas.openxmlformats.org/drawingml/2006/main">
            <a:off x="1619250" y="52197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B0B0B"/>
                </a:solidFill>
                <a:latin typeface="Arial"/>
                <a:ea typeface="Arial"/>
                <a:cs typeface="Arial"/>
              </a:defRPr>
            </a:pPr>
            <a:r>
              <a:rPr sz="1200" b="0">
                <a:solidFill>
                  <a:srgbClr val="0B0B0B"/>
                </a:solidFill>
                <a:latin typeface="Arial"/>
                <a:ea typeface="Arial"/>
                <a:cs typeface="Arial"/>
              </a:rPr>
              <a:t>Kampanye, gelap, banyak aksen</a:t>
            </a:r>
          </a:p>
        </p:txBody>
      </p:sp>
      <p:sp>
        <p:nvSpPr>
          <p:cNvPr id="20" name="">
            <a:extLst xmlns:a="http://schemas.openxmlformats.org/drawingml/2006/main">
              <a:ext uri="{FF2B5EF4-FFF2-40B4-BE49-F238E27FC236}">
                <a16:creationId xmlns:a16="http://schemas.microsoft.com/office/drawing/2014/main" id="{7DF0FF85-4D0A-4847-A835-E5155A4DFAD8}"/>
              </a:ext>
            </a:extLst>
          </p:cNvPr>
          <p:cNvSpPr>
            <a:spLocks xmlns:a="http://schemas.openxmlformats.org/drawingml/2006/main" noGrp="1"/>
          </p:cNvSpPr>
          <p:nvPr/>
        </p:nvSpPr>
        <p:spPr>
          <a:xfrm xmlns:a="http://schemas.openxmlformats.org/drawingml/2006/main">
            <a:off x="6286500" y="5219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0B0B0B"/>
                </a:solidFill>
                <a:latin typeface="Arial"/>
                <a:ea typeface="Arial"/>
                <a:cs typeface="Arial"/>
              </a:defRPr>
            </a:pPr>
            <a:r>
              <a:rPr sz="1200" b="1">
                <a:solidFill>
                  <a:srgbClr val="0B0B0B"/>
                </a:solidFill>
                <a:latin typeface="Arial"/>
                <a:ea typeface="Arial"/>
                <a:cs typeface="Arial"/>
              </a:rPr>
              <a:t>Editorial, terang, fokus</a:t>
            </a:r>
          </a:p>
        </p:txBody>
      </p:sp>
      <p:sp>
        <p:nvSpPr>
          <p:cNvPr id="21" name="">
            <a:extLst xmlns:a="http://schemas.openxmlformats.org/drawingml/2006/main">
              <a:ext uri="{FF2B5EF4-FFF2-40B4-BE49-F238E27FC236}">
                <a16:creationId xmlns:a16="http://schemas.microsoft.com/office/drawing/2014/main" id="{0AEB5B7C-9244-4E42-8DE8-A22EDD3AE607}"/>
              </a:ext>
            </a:extLst>
          </p:cNvPr>
          <p:cNvSpPr>
            <a:spLocks xmlns:a="http://schemas.openxmlformats.org/drawingml/2006/main" noGrp="1"/>
          </p:cNvSpPr>
          <p:nvPr/>
        </p:nvSpPr>
        <p:spPr>
          <a:xfrm xmlns:a="http://schemas.openxmlformats.org/drawingml/2006/main" rot="0">
            <a:off x="571500" y="5562600"/>
            <a:ext cx="1099185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22" name="">
            <a:extLst xmlns:a="http://schemas.openxmlformats.org/drawingml/2006/main">
              <a:ext uri="{FF2B5EF4-FFF2-40B4-BE49-F238E27FC236}">
                <a16:creationId xmlns:a16="http://schemas.microsoft.com/office/drawing/2014/main" id="{A8A1C7F0-F566-41DB-99AA-8576D0A220F6}"/>
              </a:ext>
            </a:extLst>
          </p:cNvPr>
          <p:cNvSpPr>
            <a:spLocks xmlns:a="http://schemas.openxmlformats.org/drawingml/2006/main" noGrp="1"/>
          </p:cNvSpPr>
          <p:nvPr/>
        </p:nvSpPr>
        <p:spPr>
          <a:xfrm xmlns:a="http://schemas.openxmlformats.org/drawingml/2006/main">
            <a:off x="571500" y="56769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C6281C"/>
                </a:solidFill>
                <a:latin typeface="Arial"/>
                <a:ea typeface="Arial"/>
                <a:cs typeface="Arial"/>
              </a:defRPr>
            </a:pPr>
            <a:r>
              <a:rPr sz="975" b="1">
                <a:solidFill>
                  <a:srgbClr val="C6281C"/>
                </a:solidFill>
                <a:latin typeface="Arial"/>
                <a:ea typeface="Arial"/>
                <a:cs typeface="Arial"/>
              </a:rPr>
              <a:t>Aksi</a:t>
            </a:r>
          </a:p>
        </p:txBody>
      </p:sp>
      <p:sp>
        <p:nvSpPr>
          <p:cNvPr id="23" name="">
            <a:extLst xmlns:a="http://schemas.openxmlformats.org/drawingml/2006/main">
              <a:ext uri="{FF2B5EF4-FFF2-40B4-BE49-F238E27FC236}">
                <a16:creationId xmlns:a16="http://schemas.microsoft.com/office/drawing/2014/main" id="{CDD8E5E2-D3B8-43D1-91B0-879C65A307CE}"/>
              </a:ext>
            </a:extLst>
          </p:cNvPr>
          <p:cNvSpPr>
            <a:spLocks xmlns:a="http://schemas.openxmlformats.org/drawingml/2006/main" noGrp="1"/>
          </p:cNvSpPr>
          <p:nvPr/>
        </p:nvSpPr>
        <p:spPr>
          <a:xfrm xmlns:a="http://schemas.openxmlformats.org/drawingml/2006/main">
            <a:off x="1619250" y="56769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B0B0B"/>
                </a:solidFill>
                <a:latin typeface="Arial"/>
                <a:ea typeface="Arial"/>
                <a:cs typeface="Arial"/>
              </a:defRPr>
            </a:pPr>
            <a:r>
              <a:rPr sz="1200" b="0">
                <a:solidFill>
                  <a:srgbClr val="0B0B0B"/>
                </a:solidFill>
                <a:latin typeface="Arial"/>
                <a:ea typeface="Arial"/>
                <a:cs typeface="Arial"/>
              </a:rPr>
              <a:t>Satu dorongan konsultasi</a:t>
            </a:r>
          </a:p>
        </p:txBody>
      </p:sp>
      <p:sp>
        <p:nvSpPr>
          <p:cNvPr id="24" name="">
            <a:extLst xmlns:a="http://schemas.openxmlformats.org/drawingml/2006/main">
              <a:ext uri="{FF2B5EF4-FFF2-40B4-BE49-F238E27FC236}">
                <a16:creationId xmlns:a16="http://schemas.microsoft.com/office/drawing/2014/main" id="{EDFD08D0-1C99-488C-B660-22DC17CAF9BC}"/>
              </a:ext>
            </a:extLst>
          </p:cNvPr>
          <p:cNvSpPr>
            <a:spLocks xmlns:a="http://schemas.openxmlformats.org/drawingml/2006/main" noGrp="1"/>
          </p:cNvSpPr>
          <p:nvPr/>
        </p:nvSpPr>
        <p:spPr>
          <a:xfrm xmlns:a="http://schemas.openxmlformats.org/drawingml/2006/main">
            <a:off x="6286500" y="56769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0B0B0B"/>
                </a:solidFill>
                <a:latin typeface="Arial"/>
                <a:ea typeface="Arial"/>
                <a:cs typeface="Arial"/>
              </a:defRPr>
            </a:pPr>
            <a:r>
              <a:rPr sz="1200" b="1">
                <a:solidFill>
                  <a:srgbClr val="0B0B0B"/>
                </a:solidFill>
                <a:latin typeface="Arial"/>
                <a:ea typeface="Arial"/>
                <a:cs typeface="Arial"/>
              </a:rPr>
              <a:t>Konsultasi + eksplor program</a:t>
            </a:r>
          </a:p>
        </p:txBody>
      </p:sp>
    </p:spTree>
    <p:extLst>
      <p:ext uri="{BB962C8B-B14F-4D97-AF65-F5344CB8AC3E}">
        <p14:creationId xmlns:p14="http://schemas.microsoft.com/office/powerpoint/2010/main" val="1583731302"/>
      </p:ext>
    </p:extLst>
  </p:cSld>
</p:sld>
</file>

<file path=ppt/slides/slide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7D1461C-C276-480E-ACD6-3A097D96E7EF}"/>
              </a:ext>
            </a:extLst>
          </p:cNvPr>
          <p:cNvSpPr>
            <a:spLocks xmlns:a="http://schemas.openxmlformats.org/drawingml/2006/main" noGrp="1"/>
          </p:cNvSpPr>
          <p:nvPr/>
        </p:nvSpPr>
        <p:spPr>
          <a:xfrm xmlns:a="http://schemas.openxmlformats.org/drawingml/2006/main" rot="0">
            <a:off x="0" y="0"/>
            <a:ext cx="12192000" cy="76200"/>
          </a:xfrm>
          <a:prstGeom xmlns:a="http://schemas.openxmlformats.org/drawingml/2006/main" prst="rect">
            <a:avLst/>
          </a:prstGeom>
          <a:solidFill xmlns:a="http://schemas.openxmlformats.org/drawingml/2006/main">
            <a:srgbClr val="C6281C"/>
          </a:solidFill>
          <a:ln xmlns:a="http://schemas.openxmlformats.org/drawingml/2006/main" w="0">
            <a:solidFill>
              <a:srgbClr val="C6281C"/>
            </a:solidFill>
            <a:prstDash val="solid"/>
          </a:ln>
        </p:spPr>
      </p:sp>
      <p:sp>
        <p:nvSpPr>
          <p:cNvPr id="2" name="">
            <a:extLst xmlns:a="http://schemas.openxmlformats.org/drawingml/2006/main">
              <a:ext uri="{FF2B5EF4-FFF2-40B4-BE49-F238E27FC236}">
                <a16:creationId xmlns:a16="http://schemas.microsoft.com/office/drawing/2014/main" id="{10B86C1D-FB43-497A-B5B1-BF08C187CA3D}"/>
              </a:ext>
            </a:extLst>
          </p:cNvPr>
          <p:cNvSpPr>
            <a:spLocks xmlns:a="http://schemas.openxmlformats.org/drawingml/2006/main" noGrp="1"/>
          </p:cNvSpPr>
          <p:nvPr/>
        </p:nvSpPr>
        <p:spPr>
          <a:xfrm xmlns:a="http://schemas.openxmlformats.org/drawingml/2006/main">
            <a:off x="457200" y="247650"/>
            <a:ext cx="3048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1">
                <a:solidFill>
                  <a:srgbClr val="C6281C"/>
                </a:solidFill>
                <a:latin typeface="Arial"/>
                <a:ea typeface="Arial"/>
                <a:cs typeface="Arial"/>
              </a:defRPr>
            </a:pPr>
            <a:r>
              <a:rPr sz="825" b="1">
                <a:solidFill>
                  <a:srgbClr val="C6281C"/>
                </a:solidFill>
                <a:latin typeface="Arial"/>
                <a:ea typeface="Arial"/>
                <a:cs typeface="Arial"/>
              </a:rPr>
              <a:t>WEBSITE REVAMP</a:t>
            </a:r>
          </a:p>
        </p:txBody>
      </p:sp>
      <p:sp>
        <p:nvSpPr>
          <p:cNvPr id="3" name="">
            <a:extLst xmlns:a="http://schemas.openxmlformats.org/drawingml/2006/main">
              <a:ext uri="{FF2B5EF4-FFF2-40B4-BE49-F238E27FC236}">
                <a16:creationId xmlns:a16="http://schemas.microsoft.com/office/drawing/2014/main" id="{41F350EF-3277-4287-A41F-0ADB02D47BDA}"/>
              </a:ext>
            </a:extLst>
          </p:cNvPr>
          <p:cNvSpPr>
            <a:spLocks xmlns:a="http://schemas.openxmlformats.org/drawingml/2006/main" noGrp="1"/>
          </p:cNvSpPr>
          <p:nvPr/>
        </p:nvSpPr>
        <p:spPr>
          <a:xfrm xmlns:a="http://schemas.openxmlformats.org/drawingml/2006/main">
            <a:off x="457200" y="4762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850" b="1">
                <a:solidFill>
                  <a:srgbClr val="0B0B0B"/>
                </a:solidFill>
                <a:latin typeface="Arial"/>
                <a:ea typeface="Arial"/>
                <a:cs typeface="Arial"/>
              </a:defRPr>
            </a:pPr>
            <a:r>
              <a:rPr sz="2850" b="1">
                <a:solidFill>
                  <a:srgbClr val="0B0B0B"/>
                </a:solidFill>
                <a:latin typeface="Arial"/>
                <a:ea typeface="Arial"/>
                <a:cs typeface="Arial"/>
              </a:rPr>
              <a:t>Metode belajar: dari benefit menjadi proses yang jelas</a:t>
            </a:r>
          </a:p>
        </p:txBody>
      </p:sp>
      <p:sp>
        <p:nvSpPr>
          <p:cNvPr id="4" name="">
            <a:extLst xmlns:a="http://schemas.openxmlformats.org/drawingml/2006/main">
              <a:ext uri="{FF2B5EF4-FFF2-40B4-BE49-F238E27FC236}">
                <a16:creationId xmlns:a16="http://schemas.microsoft.com/office/drawing/2014/main" id="{373F64A9-6EF7-426E-82D3-9656EDFAF284}"/>
              </a:ext>
            </a:extLst>
          </p:cNvPr>
          <p:cNvSpPr>
            <a:spLocks xmlns:a="http://schemas.openxmlformats.org/drawingml/2006/main" noGrp="1"/>
          </p:cNvSpPr>
          <p:nvPr/>
        </p:nvSpPr>
        <p:spPr>
          <a:xfrm xmlns:a="http://schemas.openxmlformats.org/drawingml/2006/main" rot="0">
            <a:off x="457200" y="6505575"/>
            <a:ext cx="1127760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5" name="">
            <a:extLst xmlns:a="http://schemas.openxmlformats.org/drawingml/2006/main">
              <a:ext uri="{FF2B5EF4-FFF2-40B4-BE49-F238E27FC236}">
                <a16:creationId xmlns:a16="http://schemas.microsoft.com/office/drawing/2014/main" id="{2F4FDFD5-7732-430E-BAB3-FAA8D9A6B663}"/>
              </a:ext>
            </a:extLst>
          </p:cNvPr>
          <p:cNvSpPr>
            <a:spLocks xmlns:a="http://schemas.openxmlformats.org/drawingml/2006/main" noGrp="1"/>
          </p:cNvSpPr>
          <p:nvPr/>
        </p:nvSpPr>
        <p:spPr>
          <a:xfrm xmlns:a="http://schemas.openxmlformats.org/drawingml/2006/main">
            <a:off x="457200" y="6591300"/>
            <a:ext cx="4000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1">
                <a:solidFill>
                  <a:srgbClr val="5F5E5A"/>
                </a:solidFill>
                <a:latin typeface="Arial"/>
                <a:ea typeface="Arial"/>
                <a:cs typeface="Arial"/>
              </a:defRPr>
            </a:pPr>
            <a:r>
              <a:rPr sz="750" b="1">
                <a:solidFill>
                  <a:srgbClr val="5F5E5A"/>
                </a:solidFill>
                <a:latin typeface="Arial"/>
                <a:ea typeface="Arial"/>
                <a:cs typeface="Arial"/>
              </a:rPr>
              <a:t>PITCAR ACADEMY • BEFORE / AFTER</a:t>
            </a:r>
          </a:p>
        </p:txBody>
      </p:sp>
      <p:sp>
        <p:nvSpPr>
          <p:cNvPr id="6" name="">
            <a:extLst xmlns:a="http://schemas.openxmlformats.org/drawingml/2006/main">
              <a:ext uri="{FF2B5EF4-FFF2-40B4-BE49-F238E27FC236}">
                <a16:creationId xmlns:a16="http://schemas.microsoft.com/office/drawing/2014/main" id="{A0EFECCE-C1CC-461F-8EE8-FD551D3BC6C5}"/>
              </a:ext>
            </a:extLst>
          </p:cNvPr>
          <p:cNvSpPr>
            <a:spLocks xmlns:a="http://schemas.openxmlformats.org/drawingml/2006/main" noGrp="1"/>
          </p:cNvSpPr>
          <p:nvPr/>
        </p:nvSpPr>
        <p:spPr>
          <a:xfrm xmlns:a="http://schemas.openxmlformats.org/drawingml/2006/main">
            <a:off x="11239500" y="6591300"/>
            <a:ext cx="4953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750" b="1">
                <a:solidFill>
                  <a:srgbClr val="5F5E5A"/>
                </a:solidFill>
                <a:latin typeface="Arial"/>
                <a:ea typeface="Arial"/>
                <a:cs typeface="Arial"/>
              </a:defRPr>
            </a:pPr>
            <a:r>
              <a:rPr sz="750" b="1">
                <a:solidFill>
                  <a:srgbClr val="5F5E5A"/>
                </a:solidFill>
                <a:latin typeface="Arial"/>
                <a:ea typeface="Arial"/>
                <a:cs typeface="Arial"/>
              </a:rPr>
              <a:t>04</a:t>
            </a:r>
          </a:p>
        </p:txBody>
      </p:sp>
      <p:sp>
        <p:nvSpPr>
          <p:cNvPr id="7" name="">
            <a:extLst xmlns:a="http://schemas.openxmlformats.org/drawingml/2006/main">
              <a:ext uri="{FF2B5EF4-FFF2-40B4-BE49-F238E27FC236}">
                <a16:creationId xmlns:a16="http://schemas.microsoft.com/office/drawing/2014/main" id="{74D554D3-564E-47A6-90ED-E42E1C859D38}"/>
              </a:ext>
            </a:extLst>
          </p:cNvPr>
          <p:cNvSpPr>
            <a:spLocks xmlns:a="http://schemas.openxmlformats.org/drawingml/2006/main" noGrp="1"/>
          </p:cNvSpPr>
          <p:nvPr/>
        </p:nvSpPr>
        <p:spPr>
          <a:xfrm xmlns:a="http://schemas.openxmlformats.org/drawingml/2006/main">
            <a:off x="571500" y="114300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9F2118"/>
                </a:solidFill>
                <a:latin typeface="Arial"/>
                <a:ea typeface="Arial"/>
                <a:cs typeface="Arial"/>
              </a:defRPr>
            </a:pPr>
            <a:r>
              <a:rPr sz="975" b="1">
                <a:solidFill>
                  <a:srgbClr val="9F2118"/>
                </a:solidFill>
                <a:latin typeface="Arial"/>
                <a:ea typeface="Arial"/>
                <a:cs typeface="Arial"/>
              </a:rPr>
              <a:t>BEFORE</a:t>
            </a:r>
          </a:p>
        </p:txBody>
      </p:sp>
      <p:sp>
        <p:nvSpPr>
          <p:cNvPr id="8" name="">
            <a:extLst xmlns:a="http://schemas.openxmlformats.org/drawingml/2006/main">
              <a:ext uri="{FF2B5EF4-FFF2-40B4-BE49-F238E27FC236}">
                <a16:creationId xmlns:a16="http://schemas.microsoft.com/office/drawing/2014/main" id="{8FF5DE3A-530F-44FF-8A8F-59E84297E5DE}"/>
              </a:ext>
            </a:extLst>
          </p:cNvPr>
          <p:cNvSpPr>
            <a:spLocks xmlns:a="http://schemas.openxmlformats.org/drawingml/2006/main" noGrp="1"/>
          </p:cNvSpPr>
          <p:nvPr/>
        </p:nvSpPr>
        <p:spPr>
          <a:xfrm xmlns:a="http://schemas.openxmlformats.org/drawingml/2006/main">
            <a:off x="6286500" y="114300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237A57"/>
                </a:solidFill>
                <a:latin typeface="Arial"/>
                <a:ea typeface="Arial"/>
                <a:cs typeface="Arial"/>
              </a:defRPr>
            </a:pPr>
            <a:r>
              <a:rPr sz="975" b="1">
                <a:solidFill>
                  <a:srgbClr val="237A57"/>
                </a:solidFill>
                <a:latin typeface="Arial"/>
                <a:ea typeface="Arial"/>
                <a:cs typeface="Arial"/>
              </a:rPr>
              <a:t>AFTER</a:t>
            </a:r>
          </a:p>
        </p:txBody>
      </p:sp>
      <p:sp>
        <p:nvSpPr>
          <p:cNvPr id="9" name="">
            <a:extLst xmlns:a="http://schemas.openxmlformats.org/drawingml/2006/main">
              <a:ext uri="{FF2B5EF4-FFF2-40B4-BE49-F238E27FC236}">
                <a16:creationId xmlns:a16="http://schemas.microsoft.com/office/drawing/2014/main" id="{84F99290-1AF3-4BAB-827B-947CCAB21570}"/>
              </a:ext>
            </a:extLst>
          </p:cNvPr>
          <p:cNvSpPr>
            <a:spLocks xmlns:a="http://schemas.openxmlformats.org/drawingml/2006/main" noGrp="1"/>
          </p:cNvSpPr>
          <p:nvPr/>
        </p:nvSpPr>
        <p:spPr>
          <a:xfrm xmlns:a="http://schemas.openxmlformats.org/drawingml/2006/main" rot="0">
            <a:off x="533400" y="1390650"/>
            <a:ext cx="5353050" cy="3048000"/>
          </a:xfrm>
          <a:prstGeom xmlns:a="http://schemas.openxmlformats.org/drawingml/2006/main" prst="roundRect">
            <a:avLst>
              <a:gd name="adj" fmla="val 2500"/>
            </a:avLst>
          </a:prstGeom>
          <a:solidFill xmlns:a="http://schemas.openxmlformats.org/drawingml/2006/main">
            <a:srgbClr val="FFFFFF"/>
          </a:solidFill>
          <a:ln xmlns:a="http://schemas.openxmlformats.org/drawingml/2006/main" w="9525">
            <a:solidFill>
              <a:srgbClr val="C8C5BE"/>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cebda34baa1e4c09"/>
          <a:srcRect xmlns:a="http://schemas.openxmlformats.org/drawingml/2006/main" l="60" t="0" r="60" b="0"/>
          <a:stretch xmlns:a="http://schemas.openxmlformats.org/drawingml/2006/main">
            <a:fillRect l="0" t="0" r="0" b="0"/>
          </a:stretch>
        </p:blipFill>
        <p:spPr>
          <a:xfrm xmlns:a="http://schemas.openxmlformats.org/drawingml/2006/main">
            <a:off x="571500" y="1428750"/>
            <a:ext cx="5276850" cy="2971800"/>
          </a:xfrm>
          <a:prstGeom xmlns:a="http://schemas.openxmlformats.org/drawingml/2006/main" prst="roundRect">
            <a:avLst>
              <a:gd name="adj" fmla="val 2564"/>
            </a:avLst>
          </a:prstGeom>
        </p:spPr>
      </p:pic>
      <p:sp>
        <p:nvSpPr>
          <p:cNvPr id="11" name="">
            <a:extLst xmlns:a="http://schemas.openxmlformats.org/drawingml/2006/main">
              <a:ext uri="{FF2B5EF4-FFF2-40B4-BE49-F238E27FC236}">
                <a16:creationId xmlns:a16="http://schemas.microsoft.com/office/drawing/2014/main" id="{5E042975-40E9-4E36-884D-BBAFAFCA2F63}"/>
              </a:ext>
            </a:extLst>
          </p:cNvPr>
          <p:cNvSpPr>
            <a:spLocks xmlns:a="http://schemas.openxmlformats.org/drawingml/2006/main" noGrp="1"/>
          </p:cNvSpPr>
          <p:nvPr/>
        </p:nvSpPr>
        <p:spPr>
          <a:xfrm xmlns:a="http://schemas.openxmlformats.org/drawingml/2006/main" rot="0">
            <a:off x="6248400" y="1390650"/>
            <a:ext cx="5353050" cy="3048000"/>
          </a:xfrm>
          <a:prstGeom xmlns:a="http://schemas.openxmlformats.org/drawingml/2006/main" prst="roundRect">
            <a:avLst>
              <a:gd name="adj" fmla="val 2500"/>
            </a:avLst>
          </a:prstGeom>
          <a:solidFill xmlns:a="http://schemas.openxmlformats.org/drawingml/2006/main">
            <a:srgbClr val="FFFFFF"/>
          </a:solidFill>
          <a:ln xmlns:a="http://schemas.openxmlformats.org/drawingml/2006/main" w="9525">
            <a:solidFill>
              <a:srgbClr val="C8C5BE"/>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214488389ae745c4"/>
          <a:srcRect xmlns:a="http://schemas.openxmlformats.org/drawingml/2006/main" l="60" t="0" r="60" b="0"/>
          <a:stretch xmlns:a="http://schemas.openxmlformats.org/drawingml/2006/main">
            <a:fillRect l="0" t="0" r="0" b="0"/>
          </a:stretch>
        </p:blipFill>
        <p:spPr>
          <a:xfrm xmlns:a="http://schemas.openxmlformats.org/drawingml/2006/main">
            <a:off x="6286500" y="1428750"/>
            <a:ext cx="5276850" cy="2971800"/>
          </a:xfrm>
          <a:prstGeom xmlns:a="http://schemas.openxmlformats.org/drawingml/2006/main" prst="roundRect">
            <a:avLst>
              <a:gd name="adj" fmla="val 2564"/>
            </a:avLst>
          </a:prstGeom>
        </p:spPr>
      </p:pic>
      <p:sp>
        <p:nvSpPr>
          <p:cNvPr id="13" name="">
            <a:extLst xmlns:a="http://schemas.openxmlformats.org/drawingml/2006/main">
              <a:ext uri="{FF2B5EF4-FFF2-40B4-BE49-F238E27FC236}">
                <a16:creationId xmlns:a16="http://schemas.microsoft.com/office/drawing/2014/main" id="{31A210B9-1CB5-4863-8DBF-EEF390CB3E90}"/>
              </a:ext>
            </a:extLst>
          </p:cNvPr>
          <p:cNvSpPr>
            <a:spLocks xmlns:a="http://schemas.openxmlformats.org/drawingml/2006/main" noGrp="1"/>
          </p:cNvSpPr>
          <p:nvPr/>
        </p:nvSpPr>
        <p:spPr>
          <a:xfrm xmlns:a="http://schemas.openxmlformats.org/drawingml/2006/main" rot="0">
            <a:off x="571500" y="4648200"/>
            <a:ext cx="10991850" cy="190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14" name="">
            <a:extLst xmlns:a="http://schemas.openxmlformats.org/drawingml/2006/main">
              <a:ext uri="{FF2B5EF4-FFF2-40B4-BE49-F238E27FC236}">
                <a16:creationId xmlns:a16="http://schemas.microsoft.com/office/drawing/2014/main" id="{CD9DD133-A5C6-46AD-B9A2-DD01B4E9ADBC}"/>
              </a:ext>
            </a:extLst>
          </p:cNvPr>
          <p:cNvSpPr>
            <a:spLocks xmlns:a="http://schemas.openxmlformats.org/drawingml/2006/main" noGrp="1"/>
          </p:cNvSpPr>
          <p:nvPr/>
        </p:nvSpPr>
        <p:spPr>
          <a:xfrm xmlns:a="http://schemas.openxmlformats.org/drawingml/2006/main">
            <a:off x="571500" y="47625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C6281C"/>
                </a:solidFill>
                <a:latin typeface="Arial"/>
                <a:ea typeface="Arial"/>
                <a:cs typeface="Arial"/>
              </a:defRPr>
            </a:pPr>
            <a:r>
              <a:rPr sz="975" b="1">
                <a:solidFill>
                  <a:srgbClr val="C6281C"/>
                </a:solidFill>
                <a:latin typeface="Arial"/>
                <a:ea typeface="Arial"/>
                <a:cs typeface="Arial"/>
              </a:rPr>
              <a:t>Struktur</a:t>
            </a:r>
          </a:p>
        </p:txBody>
      </p:sp>
      <p:sp>
        <p:nvSpPr>
          <p:cNvPr id="15" name="">
            <a:extLst xmlns:a="http://schemas.openxmlformats.org/drawingml/2006/main">
              <a:ext uri="{FF2B5EF4-FFF2-40B4-BE49-F238E27FC236}">
                <a16:creationId xmlns:a16="http://schemas.microsoft.com/office/drawing/2014/main" id="{E36FA9BF-08F1-4294-813E-E6E864EF06D8}"/>
              </a:ext>
            </a:extLst>
          </p:cNvPr>
          <p:cNvSpPr>
            <a:spLocks xmlns:a="http://schemas.openxmlformats.org/drawingml/2006/main" noGrp="1"/>
          </p:cNvSpPr>
          <p:nvPr/>
        </p:nvSpPr>
        <p:spPr>
          <a:xfrm xmlns:a="http://schemas.openxmlformats.org/drawingml/2006/main">
            <a:off x="1619250" y="47625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B0B0B"/>
                </a:solidFill>
                <a:latin typeface="Arial"/>
                <a:ea typeface="Arial"/>
                <a:cs typeface="Arial"/>
              </a:defRPr>
            </a:pPr>
            <a:r>
              <a:rPr sz="1200" b="0">
                <a:solidFill>
                  <a:srgbClr val="0B0B0B"/>
                </a:solidFill>
                <a:latin typeface="Arial"/>
                <a:ea typeface="Arial"/>
                <a:cs typeface="Arial"/>
              </a:rPr>
              <a:t>Enam benefit dalam grid</a:t>
            </a:r>
          </a:p>
        </p:txBody>
      </p:sp>
      <p:sp>
        <p:nvSpPr>
          <p:cNvPr id="16" name="">
            <a:extLst xmlns:a="http://schemas.openxmlformats.org/drawingml/2006/main">
              <a:ext uri="{FF2B5EF4-FFF2-40B4-BE49-F238E27FC236}">
                <a16:creationId xmlns:a16="http://schemas.microsoft.com/office/drawing/2014/main" id="{69454A97-285E-4A9A-9079-16A83DD2C12B}"/>
              </a:ext>
            </a:extLst>
          </p:cNvPr>
          <p:cNvSpPr>
            <a:spLocks xmlns:a="http://schemas.openxmlformats.org/drawingml/2006/main" noGrp="1"/>
          </p:cNvSpPr>
          <p:nvPr/>
        </p:nvSpPr>
        <p:spPr>
          <a:xfrm xmlns:a="http://schemas.openxmlformats.org/drawingml/2006/main">
            <a:off x="6286500" y="47625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0B0B0B"/>
                </a:solidFill>
                <a:latin typeface="Arial"/>
                <a:ea typeface="Arial"/>
                <a:cs typeface="Arial"/>
              </a:defRPr>
            </a:pPr>
            <a:r>
              <a:rPr sz="1200" b="1">
                <a:solidFill>
                  <a:srgbClr val="0B0B0B"/>
                </a:solidFill>
                <a:latin typeface="Arial"/>
                <a:ea typeface="Arial"/>
                <a:cs typeface="Arial"/>
              </a:rPr>
              <a:t>Lima tahap belajar berurutan</a:t>
            </a:r>
          </a:p>
        </p:txBody>
      </p:sp>
      <p:sp>
        <p:nvSpPr>
          <p:cNvPr id="17" name="">
            <a:extLst xmlns:a="http://schemas.openxmlformats.org/drawingml/2006/main">
              <a:ext uri="{FF2B5EF4-FFF2-40B4-BE49-F238E27FC236}">
                <a16:creationId xmlns:a16="http://schemas.microsoft.com/office/drawing/2014/main" id="{6A3B03F3-58A5-42D7-8B5C-08F892FCB722}"/>
              </a:ext>
            </a:extLst>
          </p:cNvPr>
          <p:cNvSpPr>
            <a:spLocks xmlns:a="http://schemas.openxmlformats.org/drawingml/2006/main" noGrp="1"/>
          </p:cNvSpPr>
          <p:nvPr/>
        </p:nvSpPr>
        <p:spPr>
          <a:xfrm xmlns:a="http://schemas.openxmlformats.org/drawingml/2006/main" rot="0">
            <a:off x="571500" y="5105400"/>
            <a:ext cx="1099185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18" name="">
            <a:extLst xmlns:a="http://schemas.openxmlformats.org/drawingml/2006/main">
              <a:ext uri="{FF2B5EF4-FFF2-40B4-BE49-F238E27FC236}">
                <a16:creationId xmlns:a16="http://schemas.microsoft.com/office/drawing/2014/main" id="{79FD827C-47C8-4283-A870-428706D97FF0}"/>
              </a:ext>
            </a:extLst>
          </p:cNvPr>
          <p:cNvSpPr>
            <a:spLocks xmlns:a="http://schemas.openxmlformats.org/drawingml/2006/main" noGrp="1"/>
          </p:cNvSpPr>
          <p:nvPr/>
        </p:nvSpPr>
        <p:spPr>
          <a:xfrm xmlns:a="http://schemas.openxmlformats.org/drawingml/2006/main">
            <a:off x="571500" y="52197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C6281C"/>
                </a:solidFill>
                <a:latin typeface="Arial"/>
                <a:ea typeface="Arial"/>
                <a:cs typeface="Arial"/>
              </a:defRPr>
            </a:pPr>
            <a:r>
              <a:rPr sz="975" b="1">
                <a:solidFill>
                  <a:srgbClr val="C6281C"/>
                </a:solidFill>
                <a:latin typeface="Arial"/>
                <a:ea typeface="Arial"/>
                <a:cs typeface="Arial"/>
              </a:rPr>
              <a:t>Fokus</a:t>
            </a:r>
          </a:p>
        </p:txBody>
      </p:sp>
      <p:sp>
        <p:nvSpPr>
          <p:cNvPr id="19" name="">
            <a:extLst xmlns:a="http://schemas.openxmlformats.org/drawingml/2006/main">
              <a:ext uri="{FF2B5EF4-FFF2-40B4-BE49-F238E27FC236}">
                <a16:creationId xmlns:a16="http://schemas.microsoft.com/office/drawing/2014/main" id="{059B203C-43A4-42DB-B13E-D083FA1CFFEB}"/>
              </a:ext>
            </a:extLst>
          </p:cNvPr>
          <p:cNvSpPr>
            <a:spLocks xmlns:a="http://schemas.openxmlformats.org/drawingml/2006/main" noGrp="1"/>
          </p:cNvSpPr>
          <p:nvPr/>
        </p:nvSpPr>
        <p:spPr>
          <a:xfrm xmlns:a="http://schemas.openxmlformats.org/drawingml/2006/main">
            <a:off x="1619250" y="52197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B0B0B"/>
                </a:solidFill>
                <a:latin typeface="Arial"/>
                <a:ea typeface="Arial"/>
                <a:cs typeface="Arial"/>
              </a:defRPr>
            </a:pPr>
            <a:r>
              <a:rPr sz="1200" b="0">
                <a:solidFill>
                  <a:srgbClr val="0B0B0B"/>
                </a:solidFill>
                <a:latin typeface="Arial"/>
                <a:ea typeface="Arial"/>
                <a:cs typeface="Arial"/>
              </a:rPr>
              <a:t>Apa yang ditawarkan</a:t>
            </a:r>
          </a:p>
        </p:txBody>
      </p:sp>
      <p:sp>
        <p:nvSpPr>
          <p:cNvPr id="20" name="">
            <a:extLst xmlns:a="http://schemas.openxmlformats.org/drawingml/2006/main">
              <a:ext uri="{FF2B5EF4-FFF2-40B4-BE49-F238E27FC236}">
                <a16:creationId xmlns:a16="http://schemas.microsoft.com/office/drawing/2014/main" id="{7DF0FF85-4D0A-4847-A835-E5155A4DFAD8}"/>
              </a:ext>
            </a:extLst>
          </p:cNvPr>
          <p:cNvSpPr>
            <a:spLocks xmlns:a="http://schemas.openxmlformats.org/drawingml/2006/main" noGrp="1"/>
          </p:cNvSpPr>
          <p:nvPr/>
        </p:nvSpPr>
        <p:spPr>
          <a:xfrm xmlns:a="http://schemas.openxmlformats.org/drawingml/2006/main">
            <a:off x="6286500" y="5219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0B0B0B"/>
                </a:solidFill>
                <a:latin typeface="Arial"/>
                <a:ea typeface="Arial"/>
                <a:cs typeface="Arial"/>
              </a:defRPr>
            </a:pPr>
            <a:r>
              <a:rPr sz="1200" b="1">
                <a:solidFill>
                  <a:srgbClr val="0B0B0B"/>
                </a:solidFill>
                <a:latin typeface="Arial"/>
                <a:ea typeface="Arial"/>
                <a:cs typeface="Arial"/>
              </a:rPr>
              <a:t>Apa yang peserta jalani</a:t>
            </a:r>
          </a:p>
        </p:txBody>
      </p:sp>
      <p:sp>
        <p:nvSpPr>
          <p:cNvPr id="21" name="">
            <a:extLst xmlns:a="http://schemas.openxmlformats.org/drawingml/2006/main">
              <a:ext uri="{FF2B5EF4-FFF2-40B4-BE49-F238E27FC236}">
                <a16:creationId xmlns:a16="http://schemas.microsoft.com/office/drawing/2014/main" id="{0AEB5B7C-9244-4E42-8DE8-A22EDD3AE607}"/>
              </a:ext>
            </a:extLst>
          </p:cNvPr>
          <p:cNvSpPr>
            <a:spLocks xmlns:a="http://schemas.openxmlformats.org/drawingml/2006/main" noGrp="1"/>
          </p:cNvSpPr>
          <p:nvPr/>
        </p:nvSpPr>
        <p:spPr>
          <a:xfrm xmlns:a="http://schemas.openxmlformats.org/drawingml/2006/main" rot="0">
            <a:off x="571500" y="5562600"/>
            <a:ext cx="1099185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22" name="">
            <a:extLst xmlns:a="http://schemas.openxmlformats.org/drawingml/2006/main">
              <a:ext uri="{FF2B5EF4-FFF2-40B4-BE49-F238E27FC236}">
                <a16:creationId xmlns:a16="http://schemas.microsoft.com/office/drawing/2014/main" id="{A8A1C7F0-F566-41DB-99AA-8576D0A220F6}"/>
              </a:ext>
            </a:extLst>
          </p:cNvPr>
          <p:cNvSpPr>
            <a:spLocks xmlns:a="http://schemas.openxmlformats.org/drawingml/2006/main" noGrp="1"/>
          </p:cNvSpPr>
          <p:nvPr/>
        </p:nvSpPr>
        <p:spPr>
          <a:xfrm xmlns:a="http://schemas.openxmlformats.org/drawingml/2006/main">
            <a:off x="571500" y="56769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C6281C"/>
                </a:solidFill>
                <a:latin typeface="Arial"/>
                <a:ea typeface="Arial"/>
                <a:cs typeface="Arial"/>
              </a:defRPr>
            </a:pPr>
            <a:r>
              <a:rPr sz="975" b="1">
                <a:solidFill>
                  <a:srgbClr val="C6281C"/>
                </a:solidFill>
                <a:latin typeface="Arial"/>
                <a:ea typeface="Arial"/>
                <a:cs typeface="Arial"/>
              </a:rPr>
              <a:t>Dampak</a:t>
            </a:r>
          </a:p>
        </p:txBody>
      </p:sp>
      <p:sp>
        <p:nvSpPr>
          <p:cNvPr id="23" name="">
            <a:extLst xmlns:a="http://schemas.openxmlformats.org/drawingml/2006/main">
              <a:ext uri="{FF2B5EF4-FFF2-40B4-BE49-F238E27FC236}">
                <a16:creationId xmlns:a16="http://schemas.microsoft.com/office/drawing/2014/main" id="{CDD8E5E2-D3B8-43D1-91B0-879C65A307CE}"/>
              </a:ext>
            </a:extLst>
          </p:cNvPr>
          <p:cNvSpPr>
            <a:spLocks xmlns:a="http://schemas.openxmlformats.org/drawingml/2006/main" noGrp="1"/>
          </p:cNvSpPr>
          <p:nvPr/>
        </p:nvSpPr>
        <p:spPr>
          <a:xfrm xmlns:a="http://schemas.openxmlformats.org/drawingml/2006/main">
            <a:off x="1619250" y="56769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B0B0B"/>
                </a:solidFill>
                <a:latin typeface="Arial"/>
                <a:ea typeface="Arial"/>
                <a:cs typeface="Arial"/>
              </a:defRPr>
            </a:pPr>
            <a:r>
              <a:rPr sz="1200" b="0">
                <a:solidFill>
                  <a:srgbClr val="0B0B0B"/>
                </a:solidFill>
                <a:latin typeface="Arial"/>
                <a:ea typeface="Arial"/>
                <a:cs typeface="Arial"/>
              </a:rPr>
              <a:t>Value terasa generik</a:t>
            </a:r>
          </a:p>
        </p:txBody>
      </p:sp>
      <p:sp>
        <p:nvSpPr>
          <p:cNvPr id="24" name="">
            <a:extLst xmlns:a="http://schemas.openxmlformats.org/drawingml/2006/main">
              <a:ext uri="{FF2B5EF4-FFF2-40B4-BE49-F238E27FC236}">
                <a16:creationId xmlns:a16="http://schemas.microsoft.com/office/drawing/2014/main" id="{EDFD08D0-1C99-488C-B660-22DC17CAF9BC}"/>
              </a:ext>
            </a:extLst>
          </p:cNvPr>
          <p:cNvSpPr>
            <a:spLocks xmlns:a="http://schemas.openxmlformats.org/drawingml/2006/main" noGrp="1"/>
          </p:cNvSpPr>
          <p:nvPr/>
        </p:nvSpPr>
        <p:spPr>
          <a:xfrm xmlns:a="http://schemas.openxmlformats.org/drawingml/2006/main">
            <a:off x="6286500" y="56769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0B0B0B"/>
                </a:solidFill>
                <a:latin typeface="Arial"/>
                <a:ea typeface="Arial"/>
                <a:cs typeface="Arial"/>
              </a:defRPr>
            </a:pPr>
            <a:r>
              <a:rPr sz="1200" b="1">
                <a:solidFill>
                  <a:srgbClr val="0B0B0B"/>
                </a:solidFill>
                <a:latin typeface="Arial"/>
                <a:ea typeface="Arial"/>
                <a:cs typeface="Arial"/>
              </a:rPr>
              <a:t>Ekspektasi belajar lebih konkret</a:t>
            </a:r>
          </a:p>
        </p:txBody>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a31c03246cbc4ef5"/>
          <a:srcRect xmlns:a="http://schemas.openxmlformats.org/drawingml/2006/main" l="60" t="0" r="60" b="0"/>
          <a:stretch xmlns:a="http://schemas.openxmlformats.org/drawingml/2006/main">
            <a:fillRect l="0" t="0" r="0" b="0"/>
          </a:stretch>
        </p:blipFill>
        <p:spPr>
          <a:xfrm xmlns:a="http://schemas.openxmlformats.org/drawingml/2006/main">
            <a:off x="571500" y="1428750"/>
            <a:ext cx="5276850" cy="2971800"/>
          </a:xfrm>
          <a:prstGeom xmlns:a="http://schemas.openxmlformats.org/drawingml/2006/main" prst="roundRect">
            <a:avLst>
              <a:gd name="adj" fmla="val 2564"/>
            </a:avLst>
          </a:prstGeom>
        </p:spPr>
      </p:pic>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b6bcc1b1c88944ee"/>
          <a:srcRect xmlns:a="http://schemas.openxmlformats.org/drawingml/2006/main" l="60" t="0" r="60" b="0"/>
          <a:stretch xmlns:a="http://schemas.openxmlformats.org/drawingml/2006/main">
            <a:fillRect l="0" t="0" r="0" b="0"/>
          </a:stretch>
        </p:blipFill>
        <p:spPr>
          <a:xfrm xmlns:a="http://schemas.openxmlformats.org/drawingml/2006/main">
            <a:off x="6286500" y="1428750"/>
            <a:ext cx="5276850" cy="2971800"/>
          </a:xfrm>
          <a:prstGeom xmlns:a="http://schemas.openxmlformats.org/drawingml/2006/main" prst="roundRect">
            <a:avLst>
              <a:gd name="adj" fmla="val 2564"/>
            </a:avLst>
          </a:prstGeom>
        </p:spPr>
      </p:pic>
    </p:spTree>
    <p:extLst>
      <p:ext uri="{BB962C8B-B14F-4D97-AF65-F5344CB8AC3E}">
        <p14:creationId xmlns:p14="http://schemas.microsoft.com/office/powerpoint/2010/main" val="1583731302"/>
      </p:ext>
    </p:extLst>
  </p:cSld>
</p:sld>
</file>

<file path=ppt/slides/slide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7D1461C-C276-480E-ACD6-3A097D96E7EF}"/>
              </a:ext>
            </a:extLst>
          </p:cNvPr>
          <p:cNvSpPr>
            <a:spLocks xmlns:a="http://schemas.openxmlformats.org/drawingml/2006/main" noGrp="1"/>
          </p:cNvSpPr>
          <p:nvPr/>
        </p:nvSpPr>
        <p:spPr>
          <a:xfrm xmlns:a="http://schemas.openxmlformats.org/drawingml/2006/main" rot="0">
            <a:off x="0" y="0"/>
            <a:ext cx="12192000" cy="76200"/>
          </a:xfrm>
          <a:prstGeom xmlns:a="http://schemas.openxmlformats.org/drawingml/2006/main" prst="rect">
            <a:avLst/>
          </a:prstGeom>
          <a:solidFill xmlns:a="http://schemas.openxmlformats.org/drawingml/2006/main">
            <a:srgbClr val="C6281C"/>
          </a:solidFill>
          <a:ln xmlns:a="http://schemas.openxmlformats.org/drawingml/2006/main" w="0">
            <a:solidFill>
              <a:srgbClr val="C6281C"/>
            </a:solidFill>
            <a:prstDash val="solid"/>
          </a:ln>
        </p:spPr>
      </p:sp>
      <p:sp>
        <p:nvSpPr>
          <p:cNvPr id="2" name="">
            <a:extLst xmlns:a="http://schemas.openxmlformats.org/drawingml/2006/main">
              <a:ext uri="{FF2B5EF4-FFF2-40B4-BE49-F238E27FC236}">
                <a16:creationId xmlns:a16="http://schemas.microsoft.com/office/drawing/2014/main" id="{10B86C1D-FB43-497A-B5B1-BF08C187CA3D}"/>
              </a:ext>
            </a:extLst>
          </p:cNvPr>
          <p:cNvSpPr>
            <a:spLocks xmlns:a="http://schemas.openxmlformats.org/drawingml/2006/main" noGrp="1"/>
          </p:cNvSpPr>
          <p:nvPr/>
        </p:nvSpPr>
        <p:spPr>
          <a:xfrm xmlns:a="http://schemas.openxmlformats.org/drawingml/2006/main">
            <a:off x="457200" y="247650"/>
            <a:ext cx="3048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1">
                <a:solidFill>
                  <a:srgbClr val="C6281C"/>
                </a:solidFill>
                <a:latin typeface="Arial"/>
                <a:ea typeface="Arial"/>
                <a:cs typeface="Arial"/>
              </a:defRPr>
            </a:pPr>
            <a:r>
              <a:rPr sz="825" b="1">
                <a:solidFill>
                  <a:srgbClr val="C6281C"/>
                </a:solidFill>
                <a:latin typeface="Arial"/>
                <a:ea typeface="Arial"/>
                <a:cs typeface="Arial"/>
              </a:rPr>
              <a:t>WEBSITE REVAMP</a:t>
            </a:r>
          </a:p>
        </p:txBody>
      </p:sp>
      <p:sp>
        <p:nvSpPr>
          <p:cNvPr id="3" name="">
            <a:extLst xmlns:a="http://schemas.openxmlformats.org/drawingml/2006/main">
              <a:ext uri="{FF2B5EF4-FFF2-40B4-BE49-F238E27FC236}">
                <a16:creationId xmlns:a16="http://schemas.microsoft.com/office/drawing/2014/main" id="{41F350EF-3277-4287-A41F-0ADB02D47BDA}"/>
              </a:ext>
            </a:extLst>
          </p:cNvPr>
          <p:cNvSpPr>
            <a:spLocks xmlns:a="http://schemas.openxmlformats.org/drawingml/2006/main" noGrp="1"/>
          </p:cNvSpPr>
          <p:nvPr/>
        </p:nvSpPr>
        <p:spPr>
          <a:xfrm xmlns:a="http://schemas.openxmlformats.org/drawingml/2006/main">
            <a:off x="457200" y="4762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850" b="1">
                <a:solidFill>
                  <a:srgbClr val="0B0B0B"/>
                </a:solidFill>
                <a:latin typeface="Arial"/>
                <a:ea typeface="Arial"/>
                <a:cs typeface="Arial"/>
              </a:defRPr>
            </a:pPr>
            <a:r>
              <a:rPr sz="2850" b="1">
                <a:solidFill>
                  <a:srgbClr val="0B0B0B"/>
                </a:solidFill>
                <a:latin typeface="Arial"/>
                <a:ea typeface="Arial"/>
                <a:cs typeface="Arial"/>
              </a:rPr>
              <a:t>Perjalanan peserta: dari janji karier menjadi fase nyata</a:t>
            </a:r>
          </a:p>
        </p:txBody>
      </p:sp>
      <p:sp>
        <p:nvSpPr>
          <p:cNvPr id="4" name="">
            <a:extLst xmlns:a="http://schemas.openxmlformats.org/drawingml/2006/main">
              <a:ext uri="{FF2B5EF4-FFF2-40B4-BE49-F238E27FC236}">
                <a16:creationId xmlns:a16="http://schemas.microsoft.com/office/drawing/2014/main" id="{373F64A9-6EF7-426E-82D3-9656EDFAF284}"/>
              </a:ext>
            </a:extLst>
          </p:cNvPr>
          <p:cNvSpPr>
            <a:spLocks xmlns:a="http://schemas.openxmlformats.org/drawingml/2006/main" noGrp="1"/>
          </p:cNvSpPr>
          <p:nvPr/>
        </p:nvSpPr>
        <p:spPr>
          <a:xfrm xmlns:a="http://schemas.openxmlformats.org/drawingml/2006/main" rot="0">
            <a:off x="457200" y="6505575"/>
            <a:ext cx="1127760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5" name="">
            <a:extLst xmlns:a="http://schemas.openxmlformats.org/drawingml/2006/main">
              <a:ext uri="{FF2B5EF4-FFF2-40B4-BE49-F238E27FC236}">
                <a16:creationId xmlns:a16="http://schemas.microsoft.com/office/drawing/2014/main" id="{2F4FDFD5-7732-430E-BAB3-FAA8D9A6B663}"/>
              </a:ext>
            </a:extLst>
          </p:cNvPr>
          <p:cNvSpPr>
            <a:spLocks xmlns:a="http://schemas.openxmlformats.org/drawingml/2006/main" noGrp="1"/>
          </p:cNvSpPr>
          <p:nvPr/>
        </p:nvSpPr>
        <p:spPr>
          <a:xfrm xmlns:a="http://schemas.openxmlformats.org/drawingml/2006/main">
            <a:off x="457200" y="6591300"/>
            <a:ext cx="4000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1">
                <a:solidFill>
                  <a:srgbClr val="5F5E5A"/>
                </a:solidFill>
                <a:latin typeface="Arial"/>
                <a:ea typeface="Arial"/>
                <a:cs typeface="Arial"/>
              </a:defRPr>
            </a:pPr>
            <a:r>
              <a:rPr sz="750" b="1">
                <a:solidFill>
                  <a:srgbClr val="5F5E5A"/>
                </a:solidFill>
                <a:latin typeface="Arial"/>
                <a:ea typeface="Arial"/>
                <a:cs typeface="Arial"/>
              </a:rPr>
              <a:t>PITCAR ACADEMY • BEFORE / AFTER</a:t>
            </a:r>
          </a:p>
        </p:txBody>
      </p:sp>
      <p:sp>
        <p:nvSpPr>
          <p:cNvPr id="6" name="">
            <a:extLst xmlns:a="http://schemas.openxmlformats.org/drawingml/2006/main">
              <a:ext uri="{FF2B5EF4-FFF2-40B4-BE49-F238E27FC236}">
                <a16:creationId xmlns:a16="http://schemas.microsoft.com/office/drawing/2014/main" id="{A0EFECCE-C1CC-461F-8EE8-FD551D3BC6C5}"/>
              </a:ext>
            </a:extLst>
          </p:cNvPr>
          <p:cNvSpPr>
            <a:spLocks xmlns:a="http://schemas.openxmlformats.org/drawingml/2006/main" noGrp="1"/>
          </p:cNvSpPr>
          <p:nvPr/>
        </p:nvSpPr>
        <p:spPr>
          <a:xfrm xmlns:a="http://schemas.openxmlformats.org/drawingml/2006/main">
            <a:off x="11239500" y="6591300"/>
            <a:ext cx="4953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750" b="1">
                <a:solidFill>
                  <a:srgbClr val="5F5E5A"/>
                </a:solidFill>
                <a:latin typeface="Arial"/>
                <a:ea typeface="Arial"/>
                <a:cs typeface="Arial"/>
              </a:defRPr>
            </a:pPr>
            <a:r>
              <a:rPr sz="750" b="1">
                <a:solidFill>
                  <a:srgbClr val="5F5E5A"/>
                </a:solidFill>
                <a:latin typeface="Arial"/>
                <a:ea typeface="Arial"/>
                <a:cs typeface="Arial"/>
              </a:rPr>
              <a:t>05</a:t>
            </a:r>
          </a:p>
        </p:txBody>
      </p:sp>
      <p:sp>
        <p:nvSpPr>
          <p:cNvPr id="7" name="">
            <a:extLst xmlns:a="http://schemas.openxmlformats.org/drawingml/2006/main">
              <a:ext uri="{FF2B5EF4-FFF2-40B4-BE49-F238E27FC236}">
                <a16:creationId xmlns:a16="http://schemas.microsoft.com/office/drawing/2014/main" id="{74D554D3-564E-47A6-90ED-E42E1C859D38}"/>
              </a:ext>
            </a:extLst>
          </p:cNvPr>
          <p:cNvSpPr>
            <a:spLocks xmlns:a="http://schemas.openxmlformats.org/drawingml/2006/main" noGrp="1"/>
          </p:cNvSpPr>
          <p:nvPr/>
        </p:nvSpPr>
        <p:spPr>
          <a:xfrm xmlns:a="http://schemas.openxmlformats.org/drawingml/2006/main">
            <a:off x="571500" y="114300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9F2118"/>
                </a:solidFill>
                <a:latin typeface="Arial"/>
                <a:ea typeface="Arial"/>
                <a:cs typeface="Arial"/>
              </a:defRPr>
            </a:pPr>
            <a:r>
              <a:rPr sz="975" b="1">
                <a:solidFill>
                  <a:srgbClr val="9F2118"/>
                </a:solidFill>
                <a:latin typeface="Arial"/>
                <a:ea typeface="Arial"/>
                <a:cs typeface="Arial"/>
              </a:rPr>
              <a:t>BEFORE</a:t>
            </a:r>
          </a:p>
        </p:txBody>
      </p:sp>
      <p:sp>
        <p:nvSpPr>
          <p:cNvPr id="8" name="">
            <a:extLst xmlns:a="http://schemas.openxmlformats.org/drawingml/2006/main">
              <a:ext uri="{FF2B5EF4-FFF2-40B4-BE49-F238E27FC236}">
                <a16:creationId xmlns:a16="http://schemas.microsoft.com/office/drawing/2014/main" id="{8FF5DE3A-530F-44FF-8A8F-59E84297E5DE}"/>
              </a:ext>
            </a:extLst>
          </p:cNvPr>
          <p:cNvSpPr>
            <a:spLocks xmlns:a="http://schemas.openxmlformats.org/drawingml/2006/main" noGrp="1"/>
          </p:cNvSpPr>
          <p:nvPr/>
        </p:nvSpPr>
        <p:spPr>
          <a:xfrm xmlns:a="http://schemas.openxmlformats.org/drawingml/2006/main">
            <a:off x="6286500" y="114300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237A57"/>
                </a:solidFill>
                <a:latin typeface="Arial"/>
                <a:ea typeface="Arial"/>
                <a:cs typeface="Arial"/>
              </a:defRPr>
            </a:pPr>
            <a:r>
              <a:rPr sz="975" b="1">
                <a:solidFill>
                  <a:srgbClr val="237A57"/>
                </a:solidFill>
                <a:latin typeface="Arial"/>
                <a:ea typeface="Arial"/>
                <a:cs typeface="Arial"/>
              </a:rPr>
              <a:t>AFTER</a:t>
            </a:r>
          </a:p>
        </p:txBody>
      </p:sp>
      <p:sp>
        <p:nvSpPr>
          <p:cNvPr id="9" name="">
            <a:extLst xmlns:a="http://schemas.openxmlformats.org/drawingml/2006/main">
              <a:ext uri="{FF2B5EF4-FFF2-40B4-BE49-F238E27FC236}">
                <a16:creationId xmlns:a16="http://schemas.microsoft.com/office/drawing/2014/main" id="{84F99290-1AF3-4BAB-827B-947CCAB21570}"/>
              </a:ext>
            </a:extLst>
          </p:cNvPr>
          <p:cNvSpPr>
            <a:spLocks xmlns:a="http://schemas.openxmlformats.org/drawingml/2006/main" noGrp="1"/>
          </p:cNvSpPr>
          <p:nvPr/>
        </p:nvSpPr>
        <p:spPr>
          <a:xfrm xmlns:a="http://schemas.openxmlformats.org/drawingml/2006/main" rot="0">
            <a:off x="533400" y="1390650"/>
            <a:ext cx="5353050" cy="3048000"/>
          </a:xfrm>
          <a:prstGeom xmlns:a="http://schemas.openxmlformats.org/drawingml/2006/main" prst="roundRect">
            <a:avLst>
              <a:gd name="adj" fmla="val 2500"/>
            </a:avLst>
          </a:prstGeom>
          <a:solidFill xmlns:a="http://schemas.openxmlformats.org/drawingml/2006/main">
            <a:srgbClr val="FFFFFF"/>
          </a:solidFill>
          <a:ln xmlns:a="http://schemas.openxmlformats.org/drawingml/2006/main" w="9525">
            <a:solidFill>
              <a:srgbClr val="C8C5BE"/>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e5a6ef20882240e9"/>
          <a:srcRect xmlns:a="http://schemas.openxmlformats.org/drawingml/2006/main" l="60" t="0" r="60" b="0"/>
          <a:stretch xmlns:a="http://schemas.openxmlformats.org/drawingml/2006/main">
            <a:fillRect l="0" t="0" r="0" b="0"/>
          </a:stretch>
        </p:blipFill>
        <p:spPr>
          <a:xfrm xmlns:a="http://schemas.openxmlformats.org/drawingml/2006/main">
            <a:off x="571500" y="1428750"/>
            <a:ext cx="5276850" cy="2971800"/>
          </a:xfrm>
          <a:prstGeom xmlns:a="http://schemas.openxmlformats.org/drawingml/2006/main" prst="roundRect">
            <a:avLst>
              <a:gd name="adj" fmla="val 2564"/>
            </a:avLst>
          </a:prstGeom>
        </p:spPr>
      </p:pic>
      <p:sp>
        <p:nvSpPr>
          <p:cNvPr id="11" name="">
            <a:extLst xmlns:a="http://schemas.openxmlformats.org/drawingml/2006/main">
              <a:ext uri="{FF2B5EF4-FFF2-40B4-BE49-F238E27FC236}">
                <a16:creationId xmlns:a16="http://schemas.microsoft.com/office/drawing/2014/main" id="{5E042975-40E9-4E36-884D-BBAFAFCA2F63}"/>
              </a:ext>
            </a:extLst>
          </p:cNvPr>
          <p:cNvSpPr>
            <a:spLocks xmlns:a="http://schemas.openxmlformats.org/drawingml/2006/main" noGrp="1"/>
          </p:cNvSpPr>
          <p:nvPr/>
        </p:nvSpPr>
        <p:spPr>
          <a:xfrm xmlns:a="http://schemas.openxmlformats.org/drawingml/2006/main" rot="0">
            <a:off x="6248400" y="1390650"/>
            <a:ext cx="5353050" cy="3048000"/>
          </a:xfrm>
          <a:prstGeom xmlns:a="http://schemas.openxmlformats.org/drawingml/2006/main" prst="roundRect">
            <a:avLst>
              <a:gd name="adj" fmla="val 2500"/>
            </a:avLst>
          </a:prstGeom>
          <a:solidFill xmlns:a="http://schemas.openxmlformats.org/drawingml/2006/main">
            <a:srgbClr val="FFFFFF"/>
          </a:solidFill>
          <a:ln xmlns:a="http://schemas.openxmlformats.org/drawingml/2006/main" w="9525">
            <a:solidFill>
              <a:srgbClr val="C8C5BE"/>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caf86edf21b34d3b"/>
          <a:srcRect xmlns:a="http://schemas.openxmlformats.org/drawingml/2006/main" l="60" t="0" r="60" b="0"/>
          <a:stretch xmlns:a="http://schemas.openxmlformats.org/drawingml/2006/main">
            <a:fillRect l="0" t="0" r="0" b="0"/>
          </a:stretch>
        </p:blipFill>
        <p:spPr>
          <a:xfrm xmlns:a="http://schemas.openxmlformats.org/drawingml/2006/main">
            <a:off x="6286500" y="1428750"/>
            <a:ext cx="5276850" cy="2971800"/>
          </a:xfrm>
          <a:prstGeom xmlns:a="http://schemas.openxmlformats.org/drawingml/2006/main" prst="roundRect">
            <a:avLst>
              <a:gd name="adj" fmla="val 2564"/>
            </a:avLst>
          </a:prstGeom>
        </p:spPr>
      </p:pic>
      <p:sp>
        <p:nvSpPr>
          <p:cNvPr id="13" name="">
            <a:extLst xmlns:a="http://schemas.openxmlformats.org/drawingml/2006/main">
              <a:ext uri="{FF2B5EF4-FFF2-40B4-BE49-F238E27FC236}">
                <a16:creationId xmlns:a16="http://schemas.microsoft.com/office/drawing/2014/main" id="{31A210B9-1CB5-4863-8DBF-EEF390CB3E90}"/>
              </a:ext>
            </a:extLst>
          </p:cNvPr>
          <p:cNvSpPr>
            <a:spLocks xmlns:a="http://schemas.openxmlformats.org/drawingml/2006/main" noGrp="1"/>
          </p:cNvSpPr>
          <p:nvPr/>
        </p:nvSpPr>
        <p:spPr>
          <a:xfrm xmlns:a="http://schemas.openxmlformats.org/drawingml/2006/main" rot="0">
            <a:off x="571500" y="4648200"/>
            <a:ext cx="10991850" cy="190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14" name="">
            <a:extLst xmlns:a="http://schemas.openxmlformats.org/drawingml/2006/main">
              <a:ext uri="{FF2B5EF4-FFF2-40B4-BE49-F238E27FC236}">
                <a16:creationId xmlns:a16="http://schemas.microsoft.com/office/drawing/2014/main" id="{CD9DD133-A5C6-46AD-B9A2-DD01B4E9ADBC}"/>
              </a:ext>
            </a:extLst>
          </p:cNvPr>
          <p:cNvSpPr>
            <a:spLocks xmlns:a="http://schemas.openxmlformats.org/drawingml/2006/main" noGrp="1"/>
          </p:cNvSpPr>
          <p:nvPr/>
        </p:nvSpPr>
        <p:spPr>
          <a:xfrm xmlns:a="http://schemas.openxmlformats.org/drawingml/2006/main">
            <a:off x="571500" y="47625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C6281C"/>
                </a:solidFill>
                <a:latin typeface="Arial"/>
                <a:ea typeface="Arial"/>
                <a:cs typeface="Arial"/>
              </a:defRPr>
            </a:pPr>
            <a:r>
              <a:rPr sz="975" b="1">
                <a:solidFill>
                  <a:srgbClr val="C6281C"/>
                </a:solidFill>
                <a:latin typeface="Arial"/>
                <a:ea typeface="Arial"/>
                <a:cs typeface="Arial"/>
              </a:rPr>
              <a:t>Struktur</a:t>
            </a:r>
          </a:p>
        </p:txBody>
      </p:sp>
      <p:sp>
        <p:nvSpPr>
          <p:cNvPr id="15" name="">
            <a:extLst xmlns:a="http://schemas.openxmlformats.org/drawingml/2006/main">
              <a:ext uri="{FF2B5EF4-FFF2-40B4-BE49-F238E27FC236}">
                <a16:creationId xmlns:a16="http://schemas.microsoft.com/office/drawing/2014/main" id="{E36FA9BF-08F1-4294-813E-E6E864EF06D8}"/>
              </a:ext>
            </a:extLst>
          </p:cNvPr>
          <p:cNvSpPr>
            <a:spLocks xmlns:a="http://schemas.openxmlformats.org/drawingml/2006/main" noGrp="1"/>
          </p:cNvSpPr>
          <p:nvPr/>
        </p:nvSpPr>
        <p:spPr>
          <a:xfrm xmlns:a="http://schemas.openxmlformats.org/drawingml/2006/main">
            <a:off x="1619250" y="47625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B0B0B"/>
                </a:solidFill>
                <a:latin typeface="Arial"/>
                <a:ea typeface="Arial"/>
                <a:cs typeface="Arial"/>
              </a:defRPr>
            </a:pPr>
            <a:r>
              <a:rPr sz="1200" b="0">
                <a:solidFill>
                  <a:srgbClr val="0B0B0B"/>
                </a:solidFill>
                <a:latin typeface="Arial"/>
                <a:ea typeface="Arial"/>
                <a:cs typeface="Arial"/>
              </a:rPr>
              <a:t>Roadmap karier 4 level</a:t>
            </a:r>
          </a:p>
        </p:txBody>
      </p:sp>
      <p:sp>
        <p:nvSpPr>
          <p:cNvPr id="16" name="">
            <a:extLst xmlns:a="http://schemas.openxmlformats.org/drawingml/2006/main">
              <a:ext uri="{FF2B5EF4-FFF2-40B4-BE49-F238E27FC236}">
                <a16:creationId xmlns:a16="http://schemas.microsoft.com/office/drawing/2014/main" id="{69454A97-285E-4A9A-9079-16A83DD2C12B}"/>
              </a:ext>
            </a:extLst>
          </p:cNvPr>
          <p:cNvSpPr>
            <a:spLocks xmlns:a="http://schemas.openxmlformats.org/drawingml/2006/main" noGrp="1"/>
          </p:cNvSpPr>
          <p:nvPr/>
        </p:nvSpPr>
        <p:spPr>
          <a:xfrm xmlns:a="http://schemas.openxmlformats.org/drawingml/2006/main">
            <a:off x="6286500" y="47625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0B0B0B"/>
                </a:solidFill>
                <a:latin typeface="Arial"/>
                <a:ea typeface="Arial"/>
                <a:cs typeface="Arial"/>
              </a:defRPr>
            </a:pPr>
            <a:r>
              <a:rPr sz="1200" b="1">
                <a:solidFill>
                  <a:srgbClr val="0B0B0B"/>
                </a:solidFill>
                <a:latin typeface="Arial"/>
                <a:ea typeface="Arial"/>
                <a:cs typeface="Arial"/>
              </a:rPr>
              <a:t>Perjalanan belajar 6 fase</a:t>
            </a:r>
          </a:p>
        </p:txBody>
      </p:sp>
      <p:sp>
        <p:nvSpPr>
          <p:cNvPr id="17" name="">
            <a:extLst xmlns:a="http://schemas.openxmlformats.org/drawingml/2006/main">
              <a:ext uri="{FF2B5EF4-FFF2-40B4-BE49-F238E27FC236}">
                <a16:creationId xmlns:a16="http://schemas.microsoft.com/office/drawing/2014/main" id="{6A3B03F3-58A5-42D7-8B5C-08F892FCB722}"/>
              </a:ext>
            </a:extLst>
          </p:cNvPr>
          <p:cNvSpPr>
            <a:spLocks xmlns:a="http://schemas.openxmlformats.org/drawingml/2006/main" noGrp="1"/>
          </p:cNvSpPr>
          <p:nvPr/>
        </p:nvSpPr>
        <p:spPr>
          <a:xfrm xmlns:a="http://schemas.openxmlformats.org/drawingml/2006/main" rot="0">
            <a:off x="571500" y="5105400"/>
            <a:ext cx="1099185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18" name="">
            <a:extLst xmlns:a="http://schemas.openxmlformats.org/drawingml/2006/main">
              <a:ext uri="{FF2B5EF4-FFF2-40B4-BE49-F238E27FC236}">
                <a16:creationId xmlns:a16="http://schemas.microsoft.com/office/drawing/2014/main" id="{79FD827C-47C8-4283-A870-428706D97FF0}"/>
              </a:ext>
            </a:extLst>
          </p:cNvPr>
          <p:cNvSpPr>
            <a:spLocks xmlns:a="http://schemas.openxmlformats.org/drawingml/2006/main" noGrp="1"/>
          </p:cNvSpPr>
          <p:nvPr/>
        </p:nvSpPr>
        <p:spPr>
          <a:xfrm xmlns:a="http://schemas.openxmlformats.org/drawingml/2006/main">
            <a:off x="571500" y="52197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C6281C"/>
                </a:solidFill>
                <a:latin typeface="Arial"/>
                <a:ea typeface="Arial"/>
                <a:cs typeface="Arial"/>
              </a:defRPr>
            </a:pPr>
            <a:r>
              <a:rPr sz="975" b="1">
                <a:solidFill>
                  <a:srgbClr val="C6281C"/>
                </a:solidFill>
                <a:latin typeface="Arial"/>
                <a:ea typeface="Arial"/>
                <a:cs typeface="Arial"/>
              </a:rPr>
              <a:t>Fokus</a:t>
            </a:r>
          </a:p>
        </p:txBody>
      </p:sp>
      <p:sp>
        <p:nvSpPr>
          <p:cNvPr id="19" name="">
            <a:extLst xmlns:a="http://schemas.openxmlformats.org/drawingml/2006/main">
              <a:ext uri="{FF2B5EF4-FFF2-40B4-BE49-F238E27FC236}">
                <a16:creationId xmlns:a16="http://schemas.microsoft.com/office/drawing/2014/main" id="{059B203C-43A4-42DB-B13E-D083FA1CFFEB}"/>
              </a:ext>
            </a:extLst>
          </p:cNvPr>
          <p:cNvSpPr>
            <a:spLocks xmlns:a="http://schemas.openxmlformats.org/drawingml/2006/main" noGrp="1"/>
          </p:cNvSpPr>
          <p:nvPr/>
        </p:nvSpPr>
        <p:spPr>
          <a:xfrm xmlns:a="http://schemas.openxmlformats.org/drawingml/2006/main">
            <a:off x="1619250" y="52197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B0B0B"/>
                </a:solidFill>
                <a:latin typeface="Arial"/>
                <a:ea typeface="Arial"/>
                <a:cs typeface="Arial"/>
              </a:defRPr>
            </a:pPr>
            <a:r>
              <a:rPr sz="1200" b="0">
                <a:solidFill>
                  <a:srgbClr val="0B0B0B"/>
                </a:solidFill>
                <a:latin typeface="Arial"/>
                <a:ea typeface="Arial"/>
                <a:cs typeface="Arial"/>
              </a:rPr>
              <a:t>Outcome setelah lulus</a:t>
            </a:r>
          </a:p>
        </p:txBody>
      </p:sp>
      <p:sp>
        <p:nvSpPr>
          <p:cNvPr id="20" name="">
            <a:extLst xmlns:a="http://schemas.openxmlformats.org/drawingml/2006/main">
              <a:ext uri="{FF2B5EF4-FFF2-40B4-BE49-F238E27FC236}">
                <a16:creationId xmlns:a16="http://schemas.microsoft.com/office/drawing/2014/main" id="{7DF0FF85-4D0A-4847-A835-E5155A4DFAD8}"/>
              </a:ext>
            </a:extLst>
          </p:cNvPr>
          <p:cNvSpPr>
            <a:spLocks xmlns:a="http://schemas.openxmlformats.org/drawingml/2006/main" noGrp="1"/>
          </p:cNvSpPr>
          <p:nvPr/>
        </p:nvSpPr>
        <p:spPr>
          <a:xfrm xmlns:a="http://schemas.openxmlformats.org/drawingml/2006/main">
            <a:off x="6286500" y="5219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0B0B0B"/>
                </a:solidFill>
                <a:latin typeface="Arial"/>
                <a:ea typeface="Arial"/>
                <a:cs typeface="Arial"/>
              </a:defRPr>
            </a:pPr>
            <a:r>
              <a:rPr sz="1200" b="1">
                <a:solidFill>
                  <a:srgbClr val="0B0B0B"/>
                </a:solidFill>
                <a:latin typeface="Arial"/>
                <a:ea typeface="Arial"/>
                <a:cs typeface="Arial"/>
              </a:rPr>
              <a:t>Aktivitas sejak hari pertama</a:t>
            </a:r>
          </a:p>
        </p:txBody>
      </p:sp>
      <p:sp>
        <p:nvSpPr>
          <p:cNvPr id="21" name="">
            <a:extLst xmlns:a="http://schemas.openxmlformats.org/drawingml/2006/main">
              <a:ext uri="{FF2B5EF4-FFF2-40B4-BE49-F238E27FC236}">
                <a16:creationId xmlns:a16="http://schemas.microsoft.com/office/drawing/2014/main" id="{0AEB5B7C-9244-4E42-8DE8-A22EDD3AE607}"/>
              </a:ext>
            </a:extLst>
          </p:cNvPr>
          <p:cNvSpPr>
            <a:spLocks xmlns:a="http://schemas.openxmlformats.org/drawingml/2006/main" noGrp="1"/>
          </p:cNvSpPr>
          <p:nvPr/>
        </p:nvSpPr>
        <p:spPr>
          <a:xfrm xmlns:a="http://schemas.openxmlformats.org/drawingml/2006/main" rot="0">
            <a:off x="571500" y="5562600"/>
            <a:ext cx="1099185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22" name="">
            <a:extLst xmlns:a="http://schemas.openxmlformats.org/drawingml/2006/main">
              <a:ext uri="{FF2B5EF4-FFF2-40B4-BE49-F238E27FC236}">
                <a16:creationId xmlns:a16="http://schemas.microsoft.com/office/drawing/2014/main" id="{A8A1C7F0-F566-41DB-99AA-8576D0A220F6}"/>
              </a:ext>
            </a:extLst>
          </p:cNvPr>
          <p:cNvSpPr>
            <a:spLocks xmlns:a="http://schemas.openxmlformats.org/drawingml/2006/main" noGrp="1"/>
          </p:cNvSpPr>
          <p:nvPr/>
        </p:nvSpPr>
        <p:spPr>
          <a:xfrm xmlns:a="http://schemas.openxmlformats.org/drawingml/2006/main">
            <a:off x="571500" y="56769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C6281C"/>
                </a:solidFill>
                <a:latin typeface="Arial"/>
                <a:ea typeface="Arial"/>
                <a:cs typeface="Arial"/>
              </a:defRPr>
            </a:pPr>
            <a:r>
              <a:rPr sz="975" b="1">
                <a:solidFill>
                  <a:srgbClr val="C6281C"/>
                </a:solidFill>
                <a:latin typeface="Arial"/>
                <a:ea typeface="Arial"/>
                <a:cs typeface="Arial"/>
              </a:rPr>
              <a:t>Dampak</a:t>
            </a:r>
          </a:p>
        </p:txBody>
      </p:sp>
      <p:sp>
        <p:nvSpPr>
          <p:cNvPr id="23" name="">
            <a:extLst xmlns:a="http://schemas.openxmlformats.org/drawingml/2006/main">
              <a:ext uri="{FF2B5EF4-FFF2-40B4-BE49-F238E27FC236}">
                <a16:creationId xmlns:a16="http://schemas.microsoft.com/office/drawing/2014/main" id="{CDD8E5E2-D3B8-43D1-91B0-879C65A307CE}"/>
              </a:ext>
            </a:extLst>
          </p:cNvPr>
          <p:cNvSpPr>
            <a:spLocks xmlns:a="http://schemas.openxmlformats.org/drawingml/2006/main" noGrp="1"/>
          </p:cNvSpPr>
          <p:nvPr/>
        </p:nvSpPr>
        <p:spPr>
          <a:xfrm xmlns:a="http://schemas.openxmlformats.org/drawingml/2006/main">
            <a:off x="1619250" y="56769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B0B0B"/>
                </a:solidFill>
                <a:latin typeface="Arial"/>
                <a:ea typeface="Arial"/>
                <a:cs typeface="Arial"/>
              </a:defRPr>
            </a:pPr>
            <a:r>
              <a:rPr sz="1200" b="0">
                <a:solidFill>
                  <a:srgbClr val="0B0B0B"/>
                </a:solidFill>
                <a:latin typeface="Arial"/>
                <a:ea typeface="Arial"/>
                <a:cs typeface="Arial"/>
              </a:rPr>
              <a:t>Masih terasa jauh</a:t>
            </a:r>
          </a:p>
        </p:txBody>
      </p:sp>
      <p:sp>
        <p:nvSpPr>
          <p:cNvPr id="24" name="">
            <a:extLst xmlns:a="http://schemas.openxmlformats.org/drawingml/2006/main">
              <a:ext uri="{FF2B5EF4-FFF2-40B4-BE49-F238E27FC236}">
                <a16:creationId xmlns:a16="http://schemas.microsoft.com/office/drawing/2014/main" id="{EDFD08D0-1C99-488C-B660-22DC17CAF9BC}"/>
              </a:ext>
            </a:extLst>
          </p:cNvPr>
          <p:cNvSpPr>
            <a:spLocks xmlns:a="http://schemas.openxmlformats.org/drawingml/2006/main" noGrp="1"/>
          </p:cNvSpPr>
          <p:nvPr/>
        </p:nvSpPr>
        <p:spPr>
          <a:xfrm xmlns:a="http://schemas.openxmlformats.org/drawingml/2006/main">
            <a:off x="6286500" y="56769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0B0B0B"/>
                </a:solidFill>
                <a:latin typeface="Arial"/>
                <a:ea typeface="Arial"/>
                <a:cs typeface="Arial"/>
              </a:defRPr>
            </a:pPr>
            <a:r>
              <a:rPr sz="1200" b="1">
                <a:solidFill>
                  <a:srgbClr val="0B0B0B"/>
                </a:solidFill>
                <a:latin typeface="Arial"/>
                <a:ea typeface="Arial"/>
                <a:cs typeface="Arial"/>
              </a:rPr>
              <a:t>Komitmen waktu lebih mudah dipahami</a:t>
            </a:r>
          </a:p>
        </p:txBody>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6686e44d700642ab"/>
          <a:srcRect xmlns:a="http://schemas.openxmlformats.org/drawingml/2006/main" l="60" t="0" r="60" b="0"/>
          <a:stretch xmlns:a="http://schemas.openxmlformats.org/drawingml/2006/main">
            <a:fillRect l="0" t="0" r="0" b="0"/>
          </a:stretch>
        </p:blipFill>
        <p:spPr>
          <a:xfrm xmlns:a="http://schemas.openxmlformats.org/drawingml/2006/main">
            <a:off x="571500" y="1428750"/>
            <a:ext cx="5276850" cy="2971800"/>
          </a:xfrm>
          <a:prstGeom xmlns:a="http://schemas.openxmlformats.org/drawingml/2006/main" prst="roundRect">
            <a:avLst>
              <a:gd name="adj" fmla="val 2564"/>
            </a:avLst>
          </a:prstGeom>
        </p:spPr>
      </p:pic>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b5d5aeafc19b4f84"/>
          <a:srcRect xmlns:a="http://schemas.openxmlformats.org/drawingml/2006/main" l="60" t="0" r="60" b="0"/>
          <a:stretch xmlns:a="http://schemas.openxmlformats.org/drawingml/2006/main">
            <a:fillRect l="0" t="0" r="0" b="0"/>
          </a:stretch>
        </p:blipFill>
        <p:spPr>
          <a:xfrm xmlns:a="http://schemas.openxmlformats.org/drawingml/2006/main">
            <a:off x="6286500" y="1428750"/>
            <a:ext cx="5276850" cy="2971800"/>
          </a:xfrm>
          <a:prstGeom xmlns:a="http://schemas.openxmlformats.org/drawingml/2006/main" prst="roundRect">
            <a:avLst>
              <a:gd name="adj" fmla="val 2564"/>
            </a:avLst>
          </a:prstGeom>
        </p:spPr>
      </p:pic>
    </p:spTree>
    <p:extLst>
      <p:ext uri="{BB962C8B-B14F-4D97-AF65-F5344CB8AC3E}">
        <p14:creationId xmlns:p14="http://schemas.microsoft.com/office/powerpoint/2010/main" val="1583731302"/>
      </p:ext>
    </p:extLst>
  </p:cSld>
</p:sld>
</file>

<file path=ppt/slides/slide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7D1461C-C276-480E-ACD6-3A097D96E7EF}"/>
              </a:ext>
            </a:extLst>
          </p:cNvPr>
          <p:cNvSpPr>
            <a:spLocks xmlns:a="http://schemas.openxmlformats.org/drawingml/2006/main" noGrp="1"/>
          </p:cNvSpPr>
          <p:nvPr/>
        </p:nvSpPr>
        <p:spPr>
          <a:xfrm xmlns:a="http://schemas.openxmlformats.org/drawingml/2006/main" rot="0">
            <a:off x="0" y="0"/>
            <a:ext cx="12192000" cy="76200"/>
          </a:xfrm>
          <a:prstGeom xmlns:a="http://schemas.openxmlformats.org/drawingml/2006/main" prst="rect">
            <a:avLst/>
          </a:prstGeom>
          <a:solidFill xmlns:a="http://schemas.openxmlformats.org/drawingml/2006/main">
            <a:srgbClr val="C6281C"/>
          </a:solidFill>
          <a:ln xmlns:a="http://schemas.openxmlformats.org/drawingml/2006/main" w="0">
            <a:solidFill>
              <a:srgbClr val="C6281C"/>
            </a:solidFill>
            <a:prstDash val="solid"/>
          </a:ln>
        </p:spPr>
      </p:sp>
      <p:sp>
        <p:nvSpPr>
          <p:cNvPr id="2" name="">
            <a:extLst xmlns:a="http://schemas.openxmlformats.org/drawingml/2006/main">
              <a:ext uri="{FF2B5EF4-FFF2-40B4-BE49-F238E27FC236}">
                <a16:creationId xmlns:a16="http://schemas.microsoft.com/office/drawing/2014/main" id="{10B86C1D-FB43-497A-B5B1-BF08C187CA3D}"/>
              </a:ext>
            </a:extLst>
          </p:cNvPr>
          <p:cNvSpPr>
            <a:spLocks xmlns:a="http://schemas.openxmlformats.org/drawingml/2006/main" noGrp="1"/>
          </p:cNvSpPr>
          <p:nvPr/>
        </p:nvSpPr>
        <p:spPr>
          <a:xfrm xmlns:a="http://schemas.openxmlformats.org/drawingml/2006/main">
            <a:off x="457200" y="247650"/>
            <a:ext cx="3048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1">
                <a:solidFill>
                  <a:srgbClr val="C6281C"/>
                </a:solidFill>
                <a:latin typeface="Arial"/>
                <a:ea typeface="Arial"/>
                <a:cs typeface="Arial"/>
              </a:defRPr>
            </a:pPr>
            <a:r>
              <a:rPr sz="825" b="1">
                <a:solidFill>
                  <a:srgbClr val="C6281C"/>
                </a:solidFill>
                <a:latin typeface="Arial"/>
                <a:ea typeface="Arial"/>
                <a:cs typeface="Arial"/>
              </a:rPr>
              <a:t>WEBSITE REVAMP</a:t>
            </a:r>
          </a:p>
        </p:txBody>
      </p:sp>
      <p:sp>
        <p:nvSpPr>
          <p:cNvPr id="3" name="">
            <a:extLst xmlns:a="http://schemas.openxmlformats.org/drawingml/2006/main">
              <a:ext uri="{FF2B5EF4-FFF2-40B4-BE49-F238E27FC236}">
                <a16:creationId xmlns:a16="http://schemas.microsoft.com/office/drawing/2014/main" id="{41F350EF-3277-4287-A41F-0ADB02D47BDA}"/>
              </a:ext>
            </a:extLst>
          </p:cNvPr>
          <p:cNvSpPr>
            <a:spLocks xmlns:a="http://schemas.openxmlformats.org/drawingml/2006/main" noGrp="1"/>
          </p:cNvSpPr>
          <p:nvPr/>
        </p:nvSpPr>
        <p:spPr>
          <a:xfrm xmlns:a="http://schemas.openxmlformats.org/drawingml/2006/main">
            <a:off x="457200" y="4762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850" b="1">
                <a:solidFill>
                  <a:srgbClr val="0B0B0B"/>
                </a:solidFill>
                <a:latin typeface="Arial"/>
                <a:ea typeface="Arial"/>
                <a:cs typeface="Arial"/>
              </a:defRPr>
            </a:pPr>
            <a:r>
              <a:rPr sz="2850" b="1">
                <a:solidFill>
                  <a:srgbClr val="0B0B0B"/>
                </a:solidFill>
                <a:latin typeface="Arial"/>
                <a:ea typeface="Arial"/>
                <a:cs typeface="Arial"/>
              </a:rPr>
              <a:t>Program &amp; harga: dari kartu promosi menjadi alat memilih</a:t>
            </a:r>
          </a:p>
        </p:txBody>
      </p:sp>
      <p:sp>
        <p:nvSpPr>
          <p:cNvPr id="4" name="">
            <a:extLst xmlns:a="http://schemas.openxmlformats.org/drawingml/2006/main">
              <a:ext uri="{FF2B5EF4-FFF2-40B4-BE49-F238E27FC236}">
                <a16:creationId xmlns:a16="http://schemas.microsoft.com/office/drawing/2014/main" id="{373F64A9-6EF7-426E-82D3-9656EDFAF284}"/>
              </a:ext>
            </a:extLst>
          </p:cNvPr>
          <p:cNvSpPr>
            <a:spLocks xmlns:a="http://schemas.openxmlformats.org/drawingml/2006/main" noGrp="1"/>
          </p:cNvSpPr>
          <p:nvPr/>
        </p:nvSpPr>
        <p:spPr>
          <a:xfrm xmlns:a="http://schemas.openxmlformats.org/drawingml/2006/main" rot="0">
            <a:off x="457200" y="6505575"/>
            <a:ext cx="1127760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5" name="">
            <a:extLst xmlns:a="http://schemas.openxmlformats.org/drawingml/2006/main">
              <a:ext uri="{FF2B5EF4-FFF2-40B4-BE49-F238E27FC236}">
                <a16:creationId xmlns:a16="http://schemas.microsoft.com/office/drawing/2014/main" id="{2F4FDFD5-7732-430E-BAB3-FAA8D9A6B663}"/>
              </a:ext>
            </a:extLst>
          </p:cNvPr>
          <p:cNvSpPr>
            <a:spLocks xmlns:a="http://schemas.openxmlformats.org/drawingml/2006/main" noGrp="1"/>
          </p:cNvSpPr>
          <p:nvPr/>
        </p:nvSpPr>
        <p:spPr>
          <a:xfrm xmlns:a="http://schemas.openxmlformats.org/drawingml/2006/main">
            <a:off x="457200" y="6591300"/>
            <a:ext cx="4000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1">
                <a:solidFill>
                  <a:srgbClr val="5F5E5A"/>
                </a:solidFill>
                <a:latin typeface="Arial"/>
                <a:ea typeface="Arial"/>
                <a:cs typeface="Arial"/>
              </a:defRPr>
            </a:pPr>
            <a:r>
              <a:rPr sz="750" b="1">
                <a:solidFill>
                  <a:srgbClr val="5F5E5A"/>
                </a:solidFill>
                <a:latin typeface="Arial"/>
                <a:ea typeface="Arial"/>
                <a:cs typeface="Arial"/>
              </a:rPr>
              <a:t>PITCAR ACADEMY • BEFORE / AFTER</a:t>
            </a:r>
          </a:p>
        </p:txBody>
      </p:sp>
      <p:sp>
        <p:nvSpPr>
          <p:cNvPr id="6" name="">
            <a:extLst xmlns:a="http://schemas.openxmlformats.org/drawingml/2006/main">
              <a:ext uri="{FF2B5EF4-FFF2-40B4-BE49-F238E27FC236}">
                <a16:creationId xmlns:a16="http://schemas.microsoft.com/office/drawing/2014/main" id="{A0EFECCE-C1CC-461F-8EE8-FD551D3BC6C5}"/>
              </a:ext>
            </a:extLst>
          </p:cNvPr>
          <p:cNvSpPr>
            <a:spLocks xmlns:a="http://schemas.openxmlformats.org/drawingml/2006/main" noGrp="1"/>
          </p:cNvSpPr>
          <p:nvPr/>
        </p:nvSpPr>
        <p:spPr>
          <a:xfrm xmlns:a="http://schemas.openxmlformats.org/drawingml/2006/main">
            <a:off x="11239500" y="6591300"/>
            <a:ext cx="4953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750" b="1">
                <a:solidFill>
                  <a:srgbClr val="5F5E5A"/>
                </a:solidFill>
                <a:latin typeface="Arial"/>
                <a:ea typeface="Arial"/>
                <a:cs typeface="Arial"/>
              </a:defRPr>
            </a:pPr>
            <a:r>
              <a:rPr sz="750" b="1">
                <a:solidFill>
                  <a:srgbClr val="5F5E5A"/>
                </a:solidFill>
                <a:latin typeface="Arial"/>
                <a:ea typeface="Arial"/>
                <a:cs typeface="Arial"/>
              </a:rPr>
              <a:t>06</a:t>
            </a:r>
          </a:p>
        </p:txBody>
      </p:sp>
      <p:sp>
        <p:nvSpPr>
          <p:cNvPr id="7" name="">
            <a:extLst xmlns:a="http://schemas.openxmlformats.org/drawingml/2006/main">
              <a:ext uri="{FF2B5EF4-FFF2-40B4-BE49-F238E27FC236}">
                <a16:creationId xmlns:a16="http://schemas.microsoft.com/office/drawing/2014/main" id="{74D554D3-564E-47A6-90ED-E42E1C859D38}"/>
              </a:ext>
            </a:extLst>
          </p:cNvPr>
          <p:cNvSpPr>
            <a:spLocks xmlns:a="http://schemas.openxmlformats.org/drawingml/2006/main" noGrp="1"/>
          </p:cNvSpPr>
          <p:nvPr/>
        </p:nvSpPr>
        <p:spPr>
          <a:xfrm xmlns:a="http://schemas.openxmlformats.org/drawingml/2006/main">
            <a:off x="571500" y="114300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9F2118"/>
                </a:solidFill>
                <a:latin typeface="Arial"/>
                <a:ea typeface="Arial"/>
                <a:cs typeface="Arial"/>
              </a:defRPr>
            </a:pPr>
            <a:r>
              <a:rPr sz="975" b="1">
                <a:solidFill>
                  <a:srgbClr val="9F2118"/>
                </a:solidFill>
                <a:latin typeface="Arial"/>
                <a:ea typeface="Arial"/>
                <a:cs typeface="Arial"/>
              </a:rPr>
              <a:t>BEFORE</a:t>
            </a:r>
          </a:p>
        </p:txBody>
      </p:sp>
      <p:sp>
        <p:nvSpPr>
          <p:cNvPr id="8" name="">
            <a:extLst xmlns:a="http://schemas.openxmlformats.org/drawingml/2006/main">
              <a:ext uri="{FF2B5EF4-FFF2-40B4-BE49-F238E27FC236}">
                <a16:creationId xmlns:a16="http://schemas.microsoft.com/office/drawing/2014/main" id="{8FF5DE3A-530F-44FF-8A8F-59E84297E5DE}"/>
              </a:ext>
            </a:extLst>
          </p:cNvPr>
          <p:cNvSpPr>
            <a:spLocks xmlns:a="http://schemas.openxmlformats.org/drawingml/2006/main" noGrp="1"/>
          </p:cNvSpPr>
          <p:nvPr/>
        </p:nvSpPr>
        <p:spPr>
          <a:xfrm xmlns:a="http://schemas.openxmlformats.org/drawingml/2006/main">
            <a:off x="6286500" y="114300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237A57"/>
                </a:solidFill>
                <a:latin typeface="Arial"/>
                <a:ea typeface="Arial"/>
                <a:cs typeface="Arial"/>
              </a:defRPr>
            </a:pPr>
            <a:r>
              <a:rPr sz="975" b="1">
                <a:solidFill>
                  <a:srgbClr val="237A57"/>
                </a:solidFill>
                <a:latin typeface="Arial"/>
                <a:ea typeface="Arial"/>
                <a:cs typeface="Arial"/>
              </a:rPr>
              <a:t>AFTER</a:t>
            </a:r>
          </a:p>
        </p:txBody>
      </p:sp>
      <p:sp>
        <p:nvSpPr>
          <p:cNvPr id="9" name="">
            <a:extLst xmlns:a="http://schemas.openxmlformats.org/drawingml/2006/main">
              <a:ext uri="{FF2B5EF4-FFF2-40B4-BE49-F238E27FC236}">
                <a16:creationId xmlns:a16="http://schemas.microsoft.com/office/drawing/2014/main" id="{84F99290-1AF3-4BAB-827B-947CCAB21570}"/>
              </a:ext>
            </a:extLst>
          </p:cNvPr>
          <p:cNvSpPr>
            <a:spLocks xmlns:a="http://schemas.openxmlformats.org/drawingml/2006/main" noGrp="1"/>
          </p:cNvSpPr>
          <p:nvPr/>
        </p:nvSpPr>
        <p:spPr>
          <a:xfrm xmlns:a="http://schemas.openxmlformats.org/drawingml/2006/main" rot="0">
            <a:off x="533400" y="1390650"/>
            <a:ext cx="5353050" cy="3048000"/>
          </a:xfrm>
          <a:prstGeom xmlns:a="http://schemas.openxmlformats.org/drawingml/2006/main" prst="roundRect">
            <a:avLst>
              <a:gd name="adj" fmla="val 2500"/>
            </a:avLst>
          </a:prstGeom>
          <a:solidFill xmlns:a="http://schemas.openxmlformats.org/drawingml/2006/main">
            <a:srgbClr val="FFFFFF"/>
          </a:solidFill>
          <a:ln xmlns:a="http://schemas.openxmlformats.org/drawingml/2006/main" w="9525">
            <a:solidFill>
              <a:srgbClr val="C8C5BE"/>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88d5a9a6d89646eb"/>
          <a:srcRect xmlns:a="http://schemas.openxmlformats.org/drawingml/2006/main" l="60" t="0" r="60" b="0"/>
          <a:stretch xmlns:a="http://schemas.openxmlformats.org/drawingml/2006/main">
            <a:fillRect l="0" t="0" r="0" b="0"/>
          </a:stretch>
        </p:blipFill>
        <p:spPr>
          <a:xfrm xmlns:a="http://schemas.openxmlformats.org/drawingml/2006/main">
            <a:off x="571500" y="1428750"/>
            <a:ext cx="5276850" cy="2971800"/>
          </a:xfrm>
          <a:prstGeom xmlns:a="http://schemas.openxmlformats.org/drawingml/2006/main" prst="roundRect">
            <a:avLst>
              <a:gd name="adj" fmla="val 2564"/>
            </a:avLst>
          </a:prstGeom>
        </p:spPr>
      </p:pic>
      <p:sp>
        <p:nvSpPr>
          <p:cNvPr id="11" name="">
            <a:extLst xmlns:a="http://schemas.openxmlformats.org/drawingml/2006/main">
              <a:ext uri="{FF2B5EF4-FFF2-40B4-BE49-F238E27FC236}">
                <a16:creationId xmlns:a16="http://schemas.microsoft.com/office/drawing/2014/main" id="{5E042975-40E9-4E36-884D-BBAFAFCA2F63}"/>
              </a:ext>
            </a:extLst>
          </p:cNvPr>
          <p:cNvSpPr>
            <a:spLocks xmlns:a="http://schemas.openxmlformats.org/drawingml/2006/main" noGrp="1"/>
          </p:cNvSpPr>
          <p:nvPr/>
        </p:nvSpPr>
        <p:spPr>
          <a:xfrm xmlns:a="http://schemas.openxmlformats.org/drawingml/2006/main" rot="0">
            <a:off x="6248400" y="1390650"/>
            <a:ext cx="5353050" cy="3048000"/>
          </a:xfrm>
          <a:prstGeom xmlns:a="http://schemas.openxmlformats.org/drawingml/2006/main" prst="roundRect">
            <a:avLst>
              <a:gd name="adj" fmla="val 2500"/>
            </a:avLst>
          </a:prstGeom>
          <a:solidFill xmlns:a="http://schemas.openxmlformats.org/drawingml/2006/main">
            <a:srgbClr val="FFFFFF"/>
          </a:solidFill>
          <a:ln xmlns:a="http://schemas.openxmlformats.org/drawingml/2006/main" w="9525">
            <a:solidFill>
              <a:srgbClr val="C8C5BE"/>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0196a0f9c3654854"/>
          <a:srcRect xmlns:a="http://schemas.openxmlformats.org/drawingml/2006/main" l="60" t="0" r="60" b="0"/>
          <a:stretch xmlns:a="http://schemas.openxmlformats.org/drawingml/2006/main">
            <a:fillRect l="0" t="0" r="0" b="0"/>
          </a:stretch>
        </p:blipFill>
        <p:spPr>
          <a:xfrm xmlns:a="http://schemas.openxmlformats.org/drawingml/2006/main">
            <a:off x="6286500" y="1428750"/>
            <a:ext cx="5276850" cy="2971800"/>
          </a:xfrm>
          <a:prstGeom xmlns:a="http://schemas.openxmlformats.org/drawingml/2006/main" prst="roundRect">
            <a:avLst>
              <a:gd name="adj" fmla="val 2564"/>
            </a:avLst>
          </a:prstGeom>
        </p:spPr>
      </p:pic>
      <p:sp>
        <p:nvSpPr>
          <p:cNvPr id="13" name="">
            <a:extLst xmlns:a="http://schemas.openxmlformats.org/drawingml/2006/main">
              <a:ext uri="{FF2B5EF4-FFF2-40B4-BE49-F238E27FC236}">
                <a16:creationId xmlns:a16="http://schemas.microsoft.com/office/drawing/2014/main" id="{31A210B9-1CB5-4863-8DBF-EEF390CB3E90}"/>
              </a:ext>
            </a:extLst>
          </p:cNvPr>
          <p:cNvSpPr>
            <a:spLocks xmlns:a="http://schemas.openxmlformats.org/drawingml/2006/main" noGrp="1"/>
          </p:cNvSpPr>
          <p:nvPr/>
        </p:nvSpPr>
        <p:spPr>
          <a:xfrm xmlns:a="http://schemas.openxmlformats.org/drawingml/2006/main" rot="0">
            <a:off x="571500" y="4648200"/>
            <a:ext cx="10991850" cy="190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14" name="">
            <a:extLst xmlns:a="http://schemas.openxmlformats.org/drawingml/2006/main">
              <a:ext uri="{FF2B5EF4-FFF2-40B4-BE49-F238E27FC236}">
                <a16:creationId xmlns:a16="http://schemas.microsoft.com/office/drawing/2014/main" id="{CD9DD133-A5C6-46AD-B9A2-DD01B4E9ADBC}"/>
              </a:ext>
            </a:extLst>
          </p:cNvPr>
          <p:cNvSpPr>
            <a:spLocks xmlns:a="http://schemas.openxmlformats.org/drawingml/2006/main" noGrp="1"/>
          </p:cNvSpPr>
          <p:nvPr/>
        </p:nvSpPr>
        <p:spPr>
          <a:xfrm xmlns:a="http://schemas.openxmlformats.org/drawingml/2006/main">
            <a:off x="571500" y="47625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C6281C"/>
                </a:solidFill>
                <a:latin typeface="Arial"/>
                <a:ea typeface="Arial"/>
                <a:cs typeface="Arial"/>
              </a:defRPr>
            </a:pPr>
            <a:r>
              <a:rPr sz="975" b="1">
                <a:solidFill>
                  <a:srgbClr val="C6281C"/>
                </a:solidFill>
                <a:latin typeface="Arial"/>
                <a:ea typeface="Arial"/>
                <a:cs typeface="Arial"/>
              </a:rPr>
              <a:t>Struktur</a:t>
            </a:r>
          </a:p>
        </p:txBody>
      </p:sp>
      <p:sp>
        <p:nvSpPr>
          <p:cNvPr id="15" name="">
            <a:extLst xmlns:a="http://schemas.openxmlformats.org/drawingml/2006/main">
              <a:ext uri="{FF2B5EF4-FFF2-40B4-BE49-F238E27FC236}">
                <a16:creationId xmlns:a16="http://schemas.microsoft.com/office/drawing/2014/main" id="{E36FA9BF-08F1-4294-813E-E6E864EF06D8}"/>
              </a:ext>
            </a:extLst>
          </p:cNvPr>
          <p:cNvSpPr>
            <a:spLocks xmlns:a="http://schemas.openxmlformats.org/drawingml/2006/main" noGrp="1"/>
          </p:cNvSpPr>
          <p:nvPr/>
        </p:nvSpPr>
        <p:spPr>
          <a:xfrm xmlns:a="http://schemas.openxmlformats.org/drawingml/2006/main">
            <a:off x="1619250" y="47625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B0B0B"/>
                </a:solidFill>
                <a:latin typeface="Arial"/>
                <a:ea typeface="Arial"/>
                <a:cs typeface="Arial"/>
              </a:defRPr>
            </a:pPr>
            <a:r>
              <a:rPr sz="1200" b="0">
                <a:solidFill>
                  <a:srgbClr val="0B0B0B"/>
                </a:solidFill>
                <a:latin typeface="Arial"/>
                <a:ea typeface="Arial"/>
                <a:cs typeface="Arial"/>
              </a:rPr>
              <a:t>Benefit dan promo dominan</a:t>
            </a:r>
          </a:p>
        </p:txBody>
      </p:sp>
      <p:sp>
        <p:nvSpPr>
          <p:cNvPr id="16" name="">
            <a:extLst xmlns:a="http://schemas.openxmlformats.org/drawingml/2006/main">
              <a:ext uri="{FF2B5EF4-FFF2-40B4-BE49-F238E27FC236}">
                <a16:creationId xmlns:a16="http://schemas.microsoft.com/office/drawing/2014/main" id="{69454A97-285E-4A9A-9079-16A83DD2C12B}"/>
              </a:ext>
            </a:extLst>
          </p:cNvPr>
          <p:cNvSpPr>
            <a:spLocks xmlns:a="http://schemas.openxmlformats.org/drawingml/2006/main" noGrp="1"/>
          </p:cNvSpPr>
          <p:nvPr/>
        </p:nvSpPr>
        <p:spPr>
          <a:xfrm xmlns:a="http://schemas.openxmlformats.org/drawingml/2006/main">
            <a:off x="6286500" y="47625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0B0B0B"/>
                </a:solidFill>
                <a:latin typeface="Arial"/>
                <a:ea typeface="Arial"/>
                <a:cs typeface="Arial"/>
              </a:defRPr>
            </a:pPr>
            <a:r>
              <a:rPr sz="1200" b="1">
                <a:solidFill>
                  <a:srgbClr val="0B0B0B"/>
                </a:solidFill>
                <a:latin typeface="Arial"/>
                <a:ea typeface="Arial"/>
                <a:cs typeface="Arial"/>
              </a:rPr>
              <a:t>Fit, outcome, durasi, OJT, harga</a:t>
            </a:r>
          </a:p>
        </p:txBody>
      </p:sp>
      <p:sp>
        <p:nvSpPr>
          <p:cNvPr id="17" name="">
            <a:extLst xmlns:a="http://schemas.openxmlformats.org/drawingml/2006/main">
              <a:ext uri="{FF2B5EF4-FFF2-40B4-BE49-F238E27FC236}">
                <a16:creationId xmlns:a16="http://schemas.microsoft.com/office/drawing/2014/main" id="{6A3B03F3-58A5-42D7-8B5C-08F892FCB722}"/>
              </a:ext>
            </a:extLst>
          </p:cNvPr>
          <p:cNvSpPr>
            <a:spLocks xmlns:a="http://schemas.openxmlformats.org/drawingml/2006/main" noGrp="1"/>
          </p:cNvSpPr>
          <p:nvPr/>
        </p:nvSpPr>
        <p:spPr>
          <a:xfrm xmlns:a="http://schemas.openxmlformats.org/drawingml/2006/main" rot="0">
            <a:off x="571500" y="5105400"/>
            <a:ext cx="1099185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18" name="">
            <a:extLst xmlns:a="http://schemas.openxmlformats.org/drawingml/2006/main">
              <a:ext uri="{FF2B5EF4-FFF2-40B4-BE49-F238E27FC236}">
                <a16:creationId xmlns:a16="http://schemas.microsoft.com/office/drawing/2014/main" id="{79FD827C-47C8-4283-A870-428706D97FF0}"/>
              </a:ext>
            </a:extLst>
          </p:cNvPr>
          <p:cNvSpPr>
            <a:spLocks xmlns:a="http://schemas.openxmlformats.org/drawingml/2006/main" noGrp="1"/>
          </p:cNvSpPr>
          <p:nvPr/>
        </p:nvSpPr>
        <p:spPr>
          <a:xfrm xmlns:a="http://schemas.openxmlformats.org/drawingml/2006/main">
            <a:off x="571500" y="52197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C6281C"/>
                </a:solidFill>
                <a:latin typeface="Arial"/>
                <a:ea typeface="Arial"/>
                <a:cs typeface="Arial"/>
              </a:defRPr>
            </a:pPr>
            <a:r>
              <a:rPr sz="975" b="1">
                <a:solidFill>
                  <a:srgbClr val="C6281C"/>
                </a:solidFill>
                <a:latin typeface="Arial"/>
                <a:ea typeface="Arial"/>
                <a:cs typeface="Arial"/>
              </a:rPr>
              <a:t>Fokus</a:t>
            </a:r>
          </a:p>
        </p:txBody>
      </p:sp>
      <p:sp>
        <p:nvSpPr>
          <p:cNvPr id="19" name="">
            <a:extLst xmlns:a="http://schemas.openxmlformats.org/drawingml/2006/main">
              <a:ext uri="{FF2B5EF4-FFF2-40B4-BE49-F238E27FC236}">
                <a16:creationId xmlns:a16="http://schemas.microsoft.com/office/drawing/2014/main" id="{059B203C-43A4-42DB-B13E-D083FA1CFFEB}"/>
              </a:ext>
            </a:extLst>
          </p:cNvPr>
          <p:cNvSpPr>
            <a:spLocks xmlns:a="http://schemas.openxmlformats.org/drawingml/2006/main" noGrp="1"/>
          </p:cNvSpPr>
          <p:nvPr/>
        </p:nvSpPr>
        <p:spPr>
          <a:xfrm xmlns:a="http://schemas.openxmlformats.org/drawingml/2006/main">
            <a:off x="1619250" y="52197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B0B0B"/>
                </a:solidFill>
                <a:latin typeface="Arial"/>
                <a:ea typeface="Arial"/>
                <a:cs typeface="Arial"/>
              </a:defRPr>
            </a:pPr>
            <a:r>
              <a:rPr sz="1200" b="0">
                <a:solidFill>
                  <a:srgbClr val="0B0B0B"/>
                </a:solidFill>
                <a:latin typeface="Arial"/>
                <a:ea typeface="Arial"/>
                <a:cs typeface="Arial"/>
              </a:rPr>
              <a:t>Mendorong paket termahal</a:t>
            </a:r>
          </a:p>
        </p:txBody>
      </p:sp>
      <p:sp>
        <p:nvSpPr>
          <p:cNvPr id="20" name="">
            <a:extLst xmlns:a="http://schemas.openxmlformats.org/drawingml/2006/main">
              <a:ext uri="{FF2B5EF4-FFF2-40B4-BE49-F238E27FC236}">
                <a16:creationId xmlns:a16="http://schemas.microsoft.com/office/drawing/2014/main" id="{7DF0FF85-4D0A-4847-A835-E5155A4DFAD8}"/>
              </a:ext>
            </a:extLst>
          </p:cNvPr>
          <p:cNvSpPr>
            <a:spLocks xmlns:a="http://schemas.openxmlformats.org/drawingml/2006/main" noGrp="1"/>
          </p:cNvSpPr>
          <p:nvPr/>
        </p:nvSpPr>
        <p:spPr>
          <a:xfrm xmlns:a="http://schemas.openxmlformats.org/drawingml/2006/main">
            <a:off x="6286500" y="5219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0B0B0B"/>
                </a:solidFill>
                <a:latin typeface="Arial"/>
                <a:ea typeface="Arial"/>
                <a:cs typeface="Arial"/>
              </a:defRPr>
            </a:pPr>
            <a:r>
              <a:rPr sz="1200" b="1">
                <a:solidFill>
                  <a:srgbClr val="0B0B0B"/>
                </a:solidFill>
                <a:latin typeface="Arial"/>
                <a:ea typeface="Arial"/>
                <a:cs typeface="Arial"/>
              </a:rPr>
              <a:t>Mencocokkan kebutuhan peserta</a:t>
            </a:r>
          </a:p>
        </p:txBody>
      </p:sp>
      <p:sp>
        <p:nvSpPr>
          <p:cNvPr id="21" name="">
            <a:extLst xmlns:a="http://schemas.openxmlformats.org/drawingml/2006/main">
              <a:ext uri="{FF2B5EF4-FFF2-40B4-BE49-F238E27FC236}">
                <a16:creationId xmlns:a16="http://schemas.microsoft.com/office/drawing/2014/main" id="{0AEB5B7C-9244-4E42-8DE8-A22EDD3AE607}"/>
              </a:ext>
            </a:extLst>
          </p:cNvPr>
          <p:cNvSpPr>
            <a:spLocks xmlns:a="http://schemas.openxmlformats.org/drawingml/2006/main" noGrp="1"/>
          </p:cNvSpPr>
          <p:nvPr/>
        </p:nvSpPr>
        <p:spPr>
          <a:xfrm xmlns:a="http://schemas.openxmlformats.org/drawingml/2006/main" rot="0">
            <a:off x="571500" y="5562600"/>
            <a:ext cx="1099185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22" name="">
            <a:extLst xmlns:a="http://schemas.openxmlformats.org/drawingml/2006/main">
              <a:ext uri="{FF2B5EF4-FFF2-40B4-BE49-F238E27FC236}">
                <a16:creationId xmlns:a16="http://schemas.microsoft.com/office/drawing/2014/main" id="{A8A1C7F0-F566-41DB-99AA-8576D0A220F6}"/>
              </a:ext>
            </a:extLst>
          </p:cNvPr>
          <p:cNvSpPr>
            <a:spLocks xmlns:a="http://schemas.openxmlformats.org/drawingml/2006/main" noGrp="1"/>
          </p:cNvSpPr>
          <p:nvPr/>
        </p:nvSpPr>
        <p:spPr>
          <a:xfrm xmlns:a="http://schemas.openxmlformats.org/drawingml/2006/main">
            <a:off x="571500" y="56769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C6281C"/>
                </a:solidFill>
                <a:latin typeface="Arial"/>
                <a:ea typeface="Arial"/>
                <a:cs typeface="Arial"/>
              </a:defRPr>
            </a:pPr>
            <a:r>
              <a:rPr sz="975" b="1">
                <a:solidFill>
                  <a:srgbClr val="C6281C"/>
                </a:solidFill>
                <a:latin typeface="Arial"/>
                <a:ea typeface="Arial"/>
                <a:cs typeface="Arial"/>
              </a:rPr>
              <a:t>Dampak</a:t>
            </a:r>
          </a:p>
        </p:txBody>
      </p:sp>
      <p:sp>
        <p:nvSpPr>
          <p:cNvPr id="23" name="">
            <a:extLst xmlns:a="http://schemas.openxmlformats.org/drawingml/2006/main">
              <a:ext uri="{FF2B5EF4-FFF2-40B4-BE49-F238E27FC236}">
                <a16:creationId xmlns:a16="http://schemas.microsoft.com/office/drawing/2014/main" id="{CDD8E5E2-D3B8-43D1-91B0-879C65A307CE}"/>
              </a:ext>
            </a:extLst>
          </p:cNvPr>
          <p:cNvSpPr>
            <a:spLocks xmlns:a="http://schemas.openxmlformats.org/drawingml/2006/main" noGrp="1"/>
          </p:cNvSpPr>
          <p:nvPr/>
        </p:nvSpPr>
        <p:spPr>
          <a:xfrm xmlns:a="http://schemas.openxmlformats.org/drawingml/2006/main">
            <a:off x="1619250" y="56769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B0B0B"/>
                </a:solidFill>
                <a:latin typeface="Arial"/>
                <a:ea typeface="Arial"/>
                <a:cs typeface="Arial"/>
              </a:defRPr>
            </a:pPr>
            <a:r>
              <a:rPr sz="1200" b="0">
                <a:solidFill>
                  <a:srgbClr val="0B0B0B"/>
                </a:solidFill>
                <a:latin typeface="Arial"/>
                <a:ea typeface="Arial"/>
                <a:cs typeface="Arial"/>
              </a:rPr>
              <a:t>Perbandingan lebih sulit</a:t>
            </a:r>
          </a:p>
        </p:txBody>
      </p:sp>
      <p:sp>
        <p:nvSpPr>
          <p:cNvPr id="24" name="">
            <a:extLst xmlns:a="http://schemas.openxmlformats.org/drawingml/2006/main">
              <a:ext uri="{FF2B5EF4-FFF2-40B4-BE49-F238E27FC236}">
                <a16:creationId xmlns:a16="http://schemas.microsoft.com/office/drawing/2014/main" id="{EDFD08D0-1C99-488C-B660-22DC17CAF9BC}"/>
              </a:ext>
            </a:extLst>
          </p:cNvPr>
          <p:cNvSpPr>
            <a:spLocks xmlns:a="http://schemas.openxmlformats.org/drawingml/2006/main" noGrp="1"/>
          </p:cNvSpPr>
          <p:nvPr/>
        </p:nvSpPr>
        <p:spPr>
          <a:xfrm xmlns:a="http://schemas.openxmlformats.org/drawingml/2006/main">
            <a:off x="6286500" y="56769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0B0B0B"/>
                </a:solidFill>
                <a:latin typeface="Arial"/>
                <a:ea typeface="Arial"/>
                <a:cs typeface="Arial"/>
              </a:defRPr>
            </a:pPr>
            <a:r>
              <a:rPr sz="1200" b="1">
                <a:solidFill>
                  <a:srgbClr val="0B0B0B"/>
                </a:solidFill>
                <a:latin typeface="Arial"/>
                <a:ea typeface="Arial"/>
                <a:cs typeface="Arial"/>
              </a:rPr>
              <a:t>Pilihan lebih rasional</a:t>
            </a:r>
          </a:p>
        </p:txBody>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fdf9ec63044d462c"/>
          <a:srcRect xmlns:a="http://schemas.openxmlformats.org/drawingml/2006/main" l="60" t="0" r="60" b="0"/>
          <a:stretch xmlns:a="http://schemas.openxmlformats.org/drawingml/2006/main">
            <a:fillRect l="0" t="0" r="0" b="0"/>
          </a:stretch>
        </p:blipFill>
        <p:spPr>
          <a:xfrm xmlns:a="http://schemas.openxmlformats.org/drawingml/2006/main">
            <a:off x="571500" y="1428750"/>
            <a:ext cx="5276850" cy="2971800"/>
          </a:xfrm>
          <a:prstGeom xmlns:a="http://schemas.openxmlformats.org/drawingml/2006/main" prst="roundRect">
            <a:avLst>
              <a:gd name="adj" fmla="val 2564"/>
            </a:avLst>
          </a:prstGeom>
        </p:spPr>
      </p:pic>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e5dc136df7544970"/>
          <a:srcRect xmlns:a="http://schemas.openxmlformats.org/drawingml/2006/main" l="60" t="0" r="60" b="0"/>
          <a:stretch xmlns:a="http://schemas.openxmlformats.org/drawingml/2006/main">
            <a:fillRect l="0" t="0" r="0" b="0"/>
          </a:stretch>
        </p:blipFill>
        <p:spPr>
          <a:xfrm xmlns:a="http://schemas.openxmlformats.org/drawingml/2006/main">
            <a:off x="6286500" y="1428750"/>
            <a:ext cx="5276850" cy="2971800"/>
          </a:xfrm>
          <a:prstGeom xmlns:a="http://schemas.openxmlformats.org/drawingml/2006/main" prst="roundRect">
            <a:avLst>
              <a:gd name="adj" fmla="val 2564"/>
            </a:avLst>
          </a:prstGeom>
        </p:spPr>
      </p:pic>
    </p:spTree>
    <p:extLst>
      <p:ext uri="{BB962C8B-B14F-4D97-AF65-F5344CB8AC3E}">
        <p14:creationId xmlns:p14="http://schemas.microsoft.com/office/powerpoint/2010/main" val="1583731302"/>
      </p:ext>
    </p:extLst>
  </p:cSld>
</p:sld>
</file>

<file path=ppt/slides/slide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7D1461C-C276-480E-ACD6-3A097D96E7EF}"/>
              </a:ext>
            </a:extLst>
          </p:cNvPr>
          <p:cNvSpPr>
            <a:spLocks xmlns:a="http://schemas.openxmlformats.org/drawingml/2006/main" noGrp="1"/>
          </p:cNvSpPr>
          <p:nvPr/>
        </p:nvSpPr>
        <p:spPr>
          <a:xfrm xmlns:a="http://schemas.openxmlformats.org/drawingml/2006/main" rot="0">
            <a:off x="0" y="0"/>
            <a:ext cx="12192000" cy="76200"/>
          </a:xfrm>
          <a:prstGeom xmlns:a="http://schemas.openxmlformats.org/drawingml/2006/main" prst="rect">
            <a:avLst/>
          </a:prstGeom>
          <a:solidFill xmlns:a="http://schemas.openxmlformats.org/drawingml/2006/main">
            <a:srgbClr val="C6281C"/>
          </a:solidFill>
          <a:ln xmlns:a="http://schemas.openxmlformats.org/drawingml/2006/main" w="0">
            <a:solidFill>
              <a:srgbClr val="C6281C"/>
            </a:solidFill>
            <a:prstDash val="solid"/>
          </a:ln>
        </p:spPr>
      </p:sp>
      <p:sp>
        <p:nvSpPr>
          <p:cNvPr id="2" name="">
            <a:extLst xmlns:a="http://schemas.openxmlformats.org/drawingml/2006/main">
              <a:ext uri="{FF2B5EF4-FFF2-40B4-BE49-F238E27FC236}">
                <a16:creationId xmlns:a16="http://schemas.microsoft.com/office/drawing/2014/main" id="{10B86C1D-FB43-497A-B5B1-BF08C187CA3D}"/>
              </a:ext>
            </a:extLst>
          </p:cNvPr>
          <p:cNvSpPr>
            <a:spLocks xmlns:a="http://schemas.openxmlformats.org/drawingml/2006/main" noGrp="1"/>
          </p:cNvSpPr>
          <p:nvPr/>
        </p:nvSpPr>
        <p:spPr>
          <a:xfrm xmlns:a="http://schemas.openxmlformats.org/drawingml/2006/main">
            <a:off x="457200" y="247650"/>
            <a:ext cx="3048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1">
                <a:solidFill>
                  <a:srgbClr val="C6281C"/>
                </a:solidFill>
                <a:latin typeface="Arial"/>
                <a:ea typeface="Arial"/>
                <a:cs typeface="Arial"/>
              </a:defRPr>
            </a:pPr>
            <a:r>
              <a:rPr sz="825" b="1">
                <a:solidFill>
                  <a:srgbClr val="C6281C"/>
                </a:solidFill>
                <a:latin typeface="Arial"/>
                <a:ea typeface="Arial"/>
                <a:cs typeface="Arial"/>
              </a:rPr>
              <a:t>WEBSITE REVAMP</a:t>
            </a:r>
          </a:p>
        </p:txBody>
      </p:sp>
      <p:sp>
        <p:nvSpPr>
          <p:cNvPr id="3" name="">
            <a:extLst xmlns:a="http://schemas.openxmlformats.org/drawingml/2006/main">
              <a:ext uri="{FF2B5EF4-FFF2-40B4-BE49-F238E27FC236}">
                <a16:creationId xmlns:a16="http://schemas.microsoft.com/office/drawing/2014/main" id="{41F350EF-3277-4287-A41F-0ADB02D47BDA}"/>
              </a:ext>
            </a:extLst>
          </p:cNvPr>
          <p:cNvSpPr>
            <a:spLocks xmlns:a="http://schemas.openxmlformats.org/drawingml/2006/main" noGrp="1"/>
          </p:cNvSpPr>
          <p:nvPr/>
        </p:nvSpPr>
        <p:spPr>
          <a:xfrm xmlns:a="http://schemas.openxmlformats.org/drawingml/2006/main">
            <a:off x="457200" y="4762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850" b="1">
                <a:solidFill>
                  <a:srgbClr val="0B0B0B"/>
                </a:solidFill>
                <a:latin typeface="Arial"/>
                <a:ea typeface="Arial"/>
                <a:cs typeface="Arial"/>
              </a:defRPr>
            </a:pPr>
            <a:r>
              <a:rPr sz="2850" b="1">
                <a:solidFill>
                  <a:srgbClr val="0B0B0B"/>
                </a:solidFill>
                <a:latin typeface="Arial"/>
                <a:ea typeface="Arial"/>
                <a:cs typeface="Arial"/>
              </a:rPr>
              <a:t>Bukti bengkel: dari galeri menjadi bukti operasional</a:t>
            </a:r>
          </a:p>
        </p:txBody>
      </p:sp>
      <p:sp>
        <p:nvSpPr>
          <p:cNvPr id="4" name="">
            <a:extLst xmlns:a="http://schemas.openxmlformats.org/drawingml/2006/main">
              <a:ext uri="{FF2B5EF4-FFF2-40B4-BE49-F238E27FC236}">
                <a16:creationId xmlns:a16="http://schemas.microsoft.com/office/drawing/2014/main" id="{373F64A9-6EF7-426E-82D3-9656EDFAF284}"/>
              </a:ext>
            </a:extLst>
          </p:cNvPr>
          <p:cNvSpPr>
            <a:spLocks xmlns:a="http://schemas.openxmlformats.org/drawingml/2006/main" noGrp="1"/>
          </p:cNvSpPr>
          <p:nvPr/>
        </p:nvSpPr>
        <p:spPr>
          <a:xfrm xmlns:a="http://schemas.openxmlformats.org/drawingml/2006/main" rot="0">
            <a:off x="457200" y="6505575"/>
            <a:ext cx="1127760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5" name="">
            <a:extLst xmlns:a="http://schemas.openxmlformats.org/drawingml/2006/main">
              <a:ext uri="{FF2B5EF4-FFF2-40B4-BE49-F238E27FC236}">
                <a16:creationId xmlns:a16="http://schemas.microsoft.com/office/drawing/2014/main" id="{2F4FDFD5-7732-430E-BAB3-FAA8D9A6B663}"/>
              </a:ext>
            </a:extLst>
          </p:cNvPr>
          <p:cNvSpPr>
            <a:spLocks xmlns:a="http://schemas.openxmlformats.org/drawingml/2006/main" noGrp="1"/>
          </p:cNvSpPr>
          <p:nvPr/>
        </p:nvSpPr>
        <p:spPr>
          <a:xfrm xmlns:a="http://schemas.openxmlformats.org/drawingml/2006/main">
            <a:off x="457200" y="6591300"/>
            <a:ext cx="4000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1">
                <a:solidFill>
                  <a:srgbClr val="5F5E5A"/>
                </a:solidFill>
                <a:latin typeface="Arial"/>
                <a:ea typeface="Arial"/>
                <a:cs typeface="Arial"/>
              </a:defRPr>
            </a:pPr>
            <a:r>
              <a:rPr sz="750" b="1">
                <a:solidFill>
                  <a:srgbClr val="5F5E5A"/>
                </a:solidFill>
                <a:latin typeface="Arial"/>
                <a:ea typeface="Arial"/>
                <a:cs typeface="Arial"/>
              </a:rPr>
              <a:t>PITCAR ACADEMY • BEFORE / AFTER</a:t>
            </a:r>
          </a:p>
        </p:txBody>
      </p:sp>
      <p:sp>
        <p:nvSpPr>
          <p:cNvPr id="6" name="">
            <a:extLst xmlns:a="http://schemas.openxmlformats.org/drawingml/2006/main">
              <a:ext uri="{FF2B5EF4-FFF2-40B4-BE49-F238E27FC236}">
                <a16:creationId xmlns:a16="http://schemas.microsoft.com/office/drawing/2014/main" id="{A0EFECCE-C1CC-461F-8EE8-FD551D3BC6C5}"/>
              </a:ext>
            </a:extLst>
          </p:cNvPr>
          <p:cNvSpPr>
            <a:spLocks xmlns:a="http://schemas.openxmlformats.org/drawingml/2006/main" noGrp="1"/>
          </p:cNvSpPr>
          <p:nvPr/>
        </p:nvSpPr>
        <p:spPr>
          <a:xfrm xmlns:a="http://schemas.openxmlformats.org/drawingml/2006/main">
            <a:off x="11239500" y="6591300"/>
            <a:ext cx="4953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750" b="1">
                <a:solidFill>
                  <a:srgbClr val="5F5E5A"/>
                </a:solidFill>
                <a:latin typeface="Arial"/>
                <a:ea typeface="Arial"/>
                <a:cs typeface="Arial"/>
              </a:defRPr>
            </a:pPr>
            <a:r>
              <a:rPr sz="750" b="1">
                <a:solidFill>
                  <a:srgbClr val="5F5E5A"/>
                </a:solidFill>
                <a:latin typeface="Arial"/>
                <a:ea typeface="Arial"/>
                <a:cs typeface="Arial"/>
              </a:rPr>
              <a:t>07</a:t>
            </a:r>
          </a:p>
        </p:txBody>
      </p:sp>
      <p:sp>
        <p:nvSpPr>
          <p:cNvPr id="7" name="">
            <a:extLst xmlns:a="http://schemas.openxmlformats.org/drawingml/2006/main">
              <a:ext uri="{FF2B5EF4-FFF2-40B4-BE49-F238E27FC236}">
                <a16:creationId xmlns:a16="http://schemas.microsoft.com/office/drawing/2014/main" id="{74D554D3-564E-47A6-90ED-E42E1C859D38}"/>
              </a:ext>
            </a:extLst>
          </p:cNvPr>
          <p:cNvSpPr>
            <a:spLocks xmlns:a="http://schemas.openxmlformats.org/drawingml/2006/main" noGrp="1"/>
          </p:cNvSpPr>
          <p:nvPr/>
        </p:nvSpPr>
        <p:spPr>
          <a:xfrm xmlns:a="http://schemas.openxmlformats.org/drawingml/2006/main">
            <a:off x="571500" y="114300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9F2118"/>
                </a:solidFill>
                <a:latin typeface="Arial"/>
                <a:ea typeface="Arial"/>
                <a:cs typeface="Arial"/>
              </a:defRPr>
            </a:pPr>
            <a:r>
              <a:rPr sz="975" b="1">
                <a:solidFill>
                  <a:srgbClr val="9F2118"/>
                </a:solidFill>
                <a:latin typeface="Arial"/>
                <a:ea typeface="Arial"/>
                <a:cs typeface="Arial"/>
              </a:rPr>
              <a:t>BEFORE</a:t>
            </a:r>
          </a:p>
        </p:txBody>
      </p:sp>
      <p:sp>
        <p:nvSpPr>
          <p:cNvPr id="8" name="">
            <a:extLst xmlns:a="http://schemas.openxmlformats.org/drawingml/2006/main">
              <a:ext uri="{FF2B5EF4-FFF2-40B4-BE49-F238E27FC236}">
                <a16:creationId xmlns:a16="http://schemas.microsoft.com/office/drawing/2014/main" id="{8FF5DE3A-530F-44FF-8A8F-59E84297E5DE}"/>
              </a:ext>
            </a:extLst>
          </p:cNvPr>
          <p:cNvSpPr>
            <a:spLocks xmlns:a="http://schemas.openxmlformats.org/drawingml/2006/main" noGrp="1"/>
          </p:cNvSpPr>
          <p:nvPr/>
        </p:nvSpPr>
        <p:spPr>
          <a:xfrm xmlns:a="http://schemas.openxmlformats.org/drawingml/2006/main">
            <a:off x="6286500" y="114300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237A57"/>
                </a:solidFill>
                <a:latin typeface="Arial"/>
                <a:ea typeface="Arial"/>
                <a:cs typeface="Arial"/>
              </a:defRPr>
            </a:pPr>
            <a:r>
              <a:rPr sz="975" b="1">
                <a:solidFill>
                  <a:srgbClr val="237A57"/>
                </a:solidFill>
                <a:latin typeface="Arial"/>
                <a:ea typeface="Arial"/>
                <a:cs typeface="Arial"/>
              </a:rPr>
              <a:t>AFTER</a:t>
            </a:r>
          </a:p>
        </p:txBody>
      </p:sp>
      <p:sp>
        <p:nvSpPr>
          <p:cNvPr id="9" name="">
            <a:extLst xmlns:a="http://schemas.openxmlformats.org/drawingml/2006/main">
              <a:ext uri="{FF2B5EF4-FFF2-40B4-BE49-F238E27FC236}">
                <a16:creationId xmlns:a16="http://schemas.microsoft.com/office/drawing/2014/main" id="{84F99290-1AF3-4BAB-827B-947CCAB21570}"/>
              </a:ext>
            </a:extLst>
          </p:cNvPr>
          <p:cNvSpPr>
            <a:spLocks xmlns:a="http://schemas.openxmlformats.org/drawingml/2006/main" noGrp="1"/>
          </p:cNvSpPr>
          <p:nvPr/>
        </p:nvSpPr>
        <p:spPr>
          <a:xfrm xmlns:a="http://schemas.openxmlformats.org/drawingml/2006/main" rot="0">
            <a:off x="533400" y="1390650"/>
            <a:ext cx="5353050" cy="3048000"/>
          </a:xfrm>
          <a:prstGeom xmlns:a="http://schemas.openxmlformats.org/drawingml/2006/main" prst="roundRect">
            <a:avLst>
              <a:gd name="adj" fmla="val 2500"/>
            </a:avLst>
          </a:prstGeom>
          <a:solidFill xmlns:a="http://schemas.openxmlformats.org/drawingml/2006/main">
            <a:srgbClr val="FFFFFF"/>
          </a:solidFill>
          <a:ln xmlns:a="http://schemas.openxmlformats.org/drawingml/2006/main" w="9525">
            <a:solidFill>
              <a:srgbClr val="C8C5BE"/>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427d1c38a9204b6c"/>
          <a:srcRect xmlns:a="http://schemas.openxmlformats.org/drawingml/2006/main" l="60" t="0" r="60" b="0"/>
          <a:stretch xmlns:a="http://schemas.openxmlformats.org/drawingml/2006/main">
            <a:fillRect l="0" t="0" r="0" b="0"/>
          </a:stretch>
        </p:blipFill>
        <p:spPr>
          <a:xfrm xmlns:a="http://schemas.openxmlformats.org/drawingml/2006/main">
            <a:off x="571500" y="1428750"/>
            <a:ext cx="5276850" cy="2971800"/>
          </a:xfrm>
          <a:prstGeom xmlns:a="http://schemas.openxmlformats.org/drawingml/2006/main" prst="roundRect">
            <a:avLst>
              <a:gd name="adj" fmla="val 2564"/>
            </a:avLst>
          </a:prstGeom>
        </p:spPr>
      </p:pic>
      <p:sp>
        <p:nvSpPr>
          <p:cNvPr id="11" name="">
            <a:extLst xmlns:a="http://schemas.openxmlformats.org/drawingml/2006/main">
              <a:ext uri="{FF2B5EF4-FFF2-40B4-BE49-F238E27FC236}">
                <a16:creationId xmlns:a16="http://schemas.microsoft.com/office/drawing/2014/main" id="{5E042975-40E9-4E36-884D-BBAFAFCA2F63}"/>
              </a:ext>
            </a:extLst>
          </p:cNvPr>
          <p:cNvSpPr>
            <a:spLocks xmlns:a="http://schemas.openxmlformats.org/drawingml/2006/main" noGrp="1"/>
          </p:cNvSpPr>
          <p:nvPr/>
        </p:nvSpPr>
        <p:spPr>
          <a:xfrm xmlns:a="http://schemas.openxmlformats.org/drawingml/2006/main" rot="0">
            <a:off x="6248400" y="1390650"/>
            <a:ext cx="5353050" cy="3048000"/>
          </a:xfrm>
          <a:prstGeom xmlns:a="http://schemas.openxmlformats.org/drawingml/2006/main" prst="roundRect">
            <a:avLst>
              <a:gd name="adj" fmla="val 2500"/>
            </a:avLst>
          </a:prstGeom>
          <a:solidFill xmlns:a="http://schemas.openxmlformats.org/drawingml/2006/main">
            <a:srgbClr val="FFFFFF"/>
          </a:solidFill>
          <a:ln xmlns:a="http://schemas.openxmlformats.org/drawingml/2006/main" w="9525">
            <a:solidFill>
              <a:srgbClr val="C8C5BE"/>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8b7f22b7355a4fa2"/>
          <a:srcRect xmlns:a="http://schemas.openxmlformats.org/drawingml/2006/main" l="60" t="0" r="60" b="0"/>
          <a:stretch xmlns:a="http://schemas.openxmlformats.org/drawingml/2006/main">
            <a:fillRect l="0" t="0" r="0" b="0"/>
          </a:stretch>
        </p:blipFill>
        <p:spPr>
          <a:xfrm xmlns:a="http://schemas.openxmlformats.org/drawingml/2006/main">
            <a:off x="6286500" y="1428750"/>
            <a:ext cx="5276850" cy="2971800"/>
          </a:xfrm>
          <a:prstGeom xmlns:a="http://schemas.openxmlformats.org/drawingml/2006/main" prst="roundRect">
            <a:avLst>
              <a:gd name="adj" fmla="val 2564"/>
            </a:avLst>
          </a:prstGeom>
        </p:spPr>
      </p:pic>
      <p:sp>
        <p:nvSpPr>
          <p:cNvPr id="13" name="">
            <a:extLst xmlns:a="http://schemas.openxmlformats.org/drawingml/2006/main">
              <a:ext uri="{FF2B5EF4-FFF2-40B4-BE49-F238E27FC236}">
                <a16:creationId xmlns:a16="http://schemas.microsoft.com/office/drawing/2014/main" id="{31A210B9-1CB5-4863-8DBF-EEF390CB3E90}"/>
              </a:ext>
            </a:extLst>
          </p:cNvPr>
          <p:cNvSpPr>
            <a:spLocks xmlns:a="http://schemas.openxmlformats.org/drawingml/2006/main" noGrp="1"/>
          </p:cNvSpPr>
          <p:nvPr/>
        </p:nvSpPr>
        <p:spPr>
          <a:xfrm xmlns:a="http://schemas.openxmlformats.org/drawingml/2006/main" rot="0">
            <a:off x="571500" y="4648200"/>
            <a:ext cx="10991850" cy="190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14" name="">
            <a:extLst xmlns:a="http://schemas.openxmlformats.org/drawingml/2006/main">
              <a:ext uri="{FF2B5EF4-FFF2-40B4-BE49-F238E27FC236}">
                <a16:creationId xmlns:a16="http://schemas.microsoft.com/office/drawing/2014/main" id="{CD9DD133-A5C6-46AD-B9A2-DD01B4E9ADBC}"/>
              </a:ext>
            </a:extLst>
          </p:cNvPr>
          <p:cNvSpPr>
            <a:spLocks xmlns:a="http://schemas.openxmlformats.org/drawingml/2006/main" noGrp="1"/>
          </p:cNvSpPr>
          <p:nvPr/>
        </p:nvSpPr>
        <p:spPr>
          <a:xfrm xmlns:a="http://schemas.openxmlformats.org/drawingml/2006/main">
            <a:off x="571500" y="47625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C6281C"/>
                </a:solidFill>
                <a:latin typeface="Arial"/>
                <a:ea typeface="Arial"/>
                <a:cs typeface="Arial"/>
              </a:defRPr>
            </a:pPr>
            <a:r>
              <a:rPr sz="975" b="1">
                <a:solidFill>
                  <a:srgbClr val="C6281C"/>
                </a:solidFill>
                <a:latin typeface="Arial"/>
                <a:ea typeface="Arial"/>
                <a:cs typeface="Arial"/>
              </a:rPr>
              <a:t>Struktur</a:t>
            </a:r>
          </a:p>
        </p:txBody>
      </p:sp>
      <p:sp>
        <p:nvSpPr>
          <p:cNvPr id="15" name="">
            <a:extLst xmlns:a="http://schemas.openxmlformats.org/drawingml/2006/main">
              <a:ext uri="{FF2B5EF4-FFF2-40B4-BE49-F238E27FC236}">
                <a16:creationId xmlns:a16="http://schemas.microsoft.com/office/drawing/2014/main" id="{E36FA9BF-08F1-4294-813E-E6E864EF06D8}"/>
              </a:ext>
            </a:extLst>
          </p:cNvPr>
          <p:cNvSpPr>
            <a:spLocks xmlns:a="http://schemas.openxmlformats.org/drawingml/2006/main" noGrp="1"/>
          </p:cNvSpPr>
          <p:nvPr/>
        </p:nvSpPr>
        <p:spPr>
          <a:xfrm xmlns:a="http://schemas.openxmlformats.org/drawingml/2006/main">
            <a:off x="1619250" y="47625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B0B0B"/>
                </a:solidFill>
                <a:latin typeface="Arial"/>
                <a:ea typeface="Arial"/>
                <a:cs typeface="Arial"/>
              </a:defRPr>
            </a:pPr>
            <a:r>
              <a:rPr sz="1200" b="0">
                <a:solidFill>
                  <a:srgbClr val="0B0B0B"/>
                </a:solidFill>
                <a:latin typeface="Arial"/>
                <a:ea typeface="Arial"/>
                <a:cs typeface="Arial"/>
              </a:rPr>
              <a:t>Galeri foto + caption</a:t>
            </a:r>
          </a:p>
        </p:txBody>
      </p:sp>
      <p:sp>
        <p:nvSpPr>
          <p:cNvPr id="16" name="">
            <a:extLst xmlns:a="http://schemas.openxmlformats.org/drawingml/2006/main">
              <a:ext uri="{FF2B5EF4-FFF2-40B4-BE49-F238E27FC236}">
                <a16:creationId xmlns:a16="http://schemas.microsoft.com/office/drawing/2014/main" id="{69454A97-285E-4A9A-9079-16A83DD2C12B}"/>
              </a:ext>
            </a:extLst>
          </p:cNvPr>
          <p:cNvSpPr>
            <a:spLocks xmlns:a="http://schemas.openxmlformats.org/drawingml/2006/main" noGrp="1"/>
          </p:cNvSpPr>
          <p:nvPr/>
        </p:nvSpPr>
        <p:spPr>
          <a:xfrm xmlns:a="http://schemas.openxmlformats.org/drawingml/2006/main">
            <a:off x="6286500" y="47625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0B0B0B"/>
                </a:solidFill>
                <a:latin typeface="Arial"/>
                <a:ea typeface="Arial"/>
                <a:cs typeface="Arial"/>
              </a:defRPr>
            </a:pPr>
            <a:r>
              <a:rPr sz="1200" b="1">
                <a:solidFill>
                  <a:srgbClr val="0B0B0B"/>
                </a:solidFill>
                <a:latin typeface="Arial"/>
                <a:ea typeface="Arial"/>
                <a:cs typeface="Arial"/>
              </a:rPr>
              <a:t>Foto, tools, dan fungsi belajar</a:t>
            </a:r>
          </a:p>
        </p:txBody>
      </p:sp>
      <p:sp>
        <p:nvSpPr>
          <p:cNvPr id="17" name="">
            <a:extLst xmlns:a="http://schemas.openxmlformats.org/drawingml/2006/main">
              <a:ext uri="{FF2B5EF4-FFF2-40B4-BE49-F238E27FC236}">
                <a16:creationId xmlns:a16="http://schemas.microsoft.com/office/drawing/2014/main" id="{6A3B03F3-58A5-42D7-8B5C-08F892FCB722}"/>
              </a:ext>
            </a:extLst>
          </p:cNvPr>
          <p:cNvSpPr>
            <a:spLocks xmlns:a="http://schemas.openxmlformats.org/drawingml/2006/main" noGrp="1"/>
          </p:cNvSpPr>
          <p:nvPr/>
        </p:nvSpPr>
        <p:spPr>
          <a:xfrm xmlns:a="http://schemas.openxmlformats.org/drawingml/2006/main" rot="0">
            <a:off x="571500" y="5105400"/>
            <a:ext cx="1099185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18" name="">
            <a:extLst xmlns:a="http://schemas.openxmlformats.org/drawingml/2006/main">
              <a:ext uri="{FF2B5EF4-FFF2-40B4-BE49-F238E27FC236}">
                <a16:creationId xmlns:a16="http://schemas.microsoft.com/office/drawing/2014/main" id="{79FD827C-47C8-4283-A870-428706D97FF0}"/>
              </a:ext>
            </a:extLst>
          </p:cNvPr>
          <p:cNvSpPr>
            <a:spLocks xmlns:a="http://schemas.openxmlformats.org/drawingml/2006/main" noGrp="1"/>
          </p:cNvSpPr>
          <p:nvPr/>
        </p:nvSpPr>
        <p:spPr>
          <a:xfrm xmlns:a="http://schemas.openxmlformats.org/drawingml/2006/main">
            <a:off x="571500" y="52197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C6281C"/>
                </a:solidFill>
                <a:latin typeface="Arial"/>
                <a:ea typeface="Arial"/>
                <a:cs typeface="Arial"/>
              </a:defRPr>
            </a:pPr>
            <a:r>
              <a:rPr sz="975" b="1">
                <a:solidFill>
                  <a:srgbClr val="C6281C"/>
                </a:solidFill>
                <a:latin typeface="Arial"/>
                <a:ea typeface="Arial"/>
                <a:cs typeface="Arial"/>
              </a:rPr>
              <a:t>Fokus</a:t>
            </a:r>
          </a:p>
        </p:txBody>
      </p:sp>
      <p:sp>
        <p:nvSpPr>
          <p:cNvPr id="19" name="">
            <a:extLst xmlns:a="http://schemas.openxmlformats.org/drawingml/2006/main">
              <a:ext uri="{FF2B5EF4-FFF2-40B4-BE49-F238E27FC236}">
                <a16:creationId xmlns:a16="http://schemas.microsoft.com/office/drawing/2014/main" id="{059B203C-43A4-42DB-B13E-D083FA1CFFEB}"/>
              </a:ext>
            </a:extLst>
          </p:cNvPr>
          <p:cNvSpPr>
            <a:spLocks xmlns:a="http://schemas.openxmlformats.org/drawingml/2006/main" noGrp="1"/>
          </p:cNvSpPr>
          <p:nvPr/>
        </p:nvSpPr>
        <p:spPr>
          <a:xfrm xmlns:a="http://schemas.openxmlformats.org/drawingml/2006/main">
            <a:off x="1619250" y="52197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B0B0B"/>
                </a:solidFill>
                <a:latin typeface="Arial"/>
                <a:ea typeface="Arial"/>
                <a:cs typeface="Arial"/>
              </a:defRPr>
            </a:pPr>
            <a:r>
              <a:rPr sz="1200" b="0">
                <a:solidFill>
                  <a:srgbClr val="0B0B0B"/>
                </a:solidFill>
                <a:latin typeface="Arial"/>
                <a:ea typeface="Arial"/>
                <a:cs typeface="Arial"/>
              </a:rPr>
              <a:t>Suasana ekosistem</a:t>
            </a:r>
          </a:p>
        </p:txBody>
      </p:sp>
      <p:sp>
        <p:nvSpPr>
          <p:cNvPr id="20" name="">
            <a:extLst xmlns:a="http://schemas.openxmlformats.org/drawingml/2006/main">
              <a:ext uri="{FF2B5EF4-FFF2-40B4-BE49-F238E27FC236}">
                <a16:creationId xmlns:a16="http://schemas.microsoft.com/office/drawing/2014/main" id="{7DF0FF85-4D0A-4847-A835-E5155A4DFAD8}"/>
              </a:ext>
            </a:extLst>
          </p:cNvPr>
          <p:cNvSpPr>
            <a:spLocks xmlns:a="http://schemas.openxmlformats.org/drawingml/2006/main" noGrp="1"/>
          </p:cNvSpPr>
          <p:nvPr/>
        </p:nvSpPr>
        <p:spPr>
          <a:xfrm xmlns:a="http://schemas.openxmlformats.org/drawingml/2006/main">
            <a:off x="6286500" y="5219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0B0B0B"/>
                </a:solidFill>
                <a:latin typeface="Arial"/>
                <a:ea typeface="Arial"/>
                <a:cs typeface="Arial"/>
              </a:defRPr>
            </a:pPr>
            <a:r>
              <a:rPr sz="1200" b="1">
                <a:solidFill>
                  <a:srgbClr val="0B0B0B"/>
                </a:solidFill>
                <a:latin typeface="Arial"/>
                <a:ea typeface="Arial"/>
                <a:cs typeface="Arial"/>
              </a:rPr>
              <a:t>Apa yang benar-benar digunakan</a:t>
            </a:r>
          </a:p>
        </p:txBody>
      </p:sp>
      <p:sp>
        <p:nvSpPr>
          <p:cNvPr id="21" name="">
            <a:extLst xmlns:a="http://schemas.openxmlformats.org/drawingml/2006/main">
              <a:ext uri="{FF2B5EF4-FFF2-40B4-BE49-F238E27FC236}">
                <a16:creationId xmlns:a16="http://schemas.microsoft.com/office/drawing/2014/main" id="{0AEB5B7C-9244-4E42-8DE8-A22EDD3AE607}"/>
              </a:ext>
            </a:extLst>
          </p:cNvPr>
          <p:cNvSpPr>
            <a:spLocks xmlns:a="http://schemas.openxmlformats.org/drawingml/2006/main" noGrp="1"/>
          </p:cNvSpPr>
          <p:nvPr/>
        </p:nvSpPr>
        <p:spPr>
          <a:xfrm xmlns:a="http://schemas.openxmlformats.org/drawingml/2006/main" rot="0">
            <a:off x="571500" y="5562600"/>
            <a:ext cx="1099185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22" name="">
            <a:extLst xmlns:a="http://schemas.openxmlformats.org/drawingml/2006/main">
              <a:ext uri="{FF2B5EF4-FFF2-40B4-BE49-F238E27FC236}">
                <a16:creationId xmlns:a16="http://schemas.microsoft.com/office/drawing/2014/main" id="{A8A1C7F0-F566-41DB-99AA-8576D0A220F6}"/>
              </a:ext>
            </a:extLst>
          </p:cNvPr>
          <p:cNvSpPr>
            <a:spLocks xmlns:a="http://schemas.openxmlformats.org/drawingml/2006/main" noGrp="1"/>
          </p:cNvSpPr>
          <p:nvPr/>
        </p:nvSpPr>
        <p:spPr>
          <a:xfrm xmlns:a="http://schemas.openxmlformats.org/drawingml/2006/main">
            <a:off x="571500" y="56769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C6281C"/>
                </a:solidFill>
                <a:latin typeface="Arial"/>
                <a:ea typeface="Arial"/>
                <a:cs typeface="Arial"/>
              </a:defRPr>
            </a:pPr>
            <a:r>
              <a:rPr sz="975" b="1">
                <a:solidFill>
                  <a:srgbClr val="C6281C"/>
                </a:solidFill>
                <a:latin typeface="Arial"/>
                <a:ea typeface="Arial"/>
                <a:cs typeface="Arial"/>
              </a:rPr>
              <a:t>Dampak</a:t>
            </a:r>
          </a:p>
        </p:txBody>
      </p:sp>
      <p:sp>
        <p:nvSpPr>
          <p:cNvPr id="23" name="">
            <a:extLst xmlns:a="http://schemas.openxmlformats.org/drawingml/2006/main">
              <a:ext uri="{FF2B5EF4-FFF2-40B4-BE49-F238E27FC236}">
                <a16:creationId xmlns:a16="http://schemas.microsoft.com/office/drawing/2014/main" id="{CDD8E5E2-D3B8-43D1-91B0-879C65A307CE}"/>
              </a:ext>
            </a:extLst>
          </p:cNvPr>
          <p:cNvSpPr>
            <a:spLocks xmlns:a="http://schemas.openxmlformats.org/drawingml/2006/main" noGrp="1"/>
          </p:cNvSpPr>
          <p:nvPr/>
        </p:nvSpPr>
        <p:spPr>
          <a:xfrm xmlns:a="http://schemas.openxmlformats.org/drawingml/2006/main">
            <a:off x="1619250" y="56769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B0B0B"/>
                </a:solidFill>
                <a:latin typeface="Arial"/>
                <a:ea typeface="Arial"/>
                <a:cs typeface="Arial"/>
              </a:defRPr>
            </a:pPr>
            <a:r>
              <a:rPr sz="1200" b="0">
                <a:solidFill>
                  <a:srgbClr val="0B0B0B"/>
                </a:solidFill>
                <a:latin typeface="Arial"/>
                <a:ea typeface="Arial"/>
                <a:cs typeface="Arial"/>
              </a:rPr>
              <a:t>Terlihat menarik</a:t>
            </a:r>
          </a:p>
        </p:txBody>
      </p:sp>
      <p:sp>
        <p:nvSpPr>
          <p:cNvPr id="24" name="">
            <a:extLst xmlns:a="http://schemas.openxmlformats.org/drawingml/2006/main">
              <a:ext uri="{FF2B5EF4-FFF2-40B4-BE49-F238E27FC236}">
                <a16:creationId xmlns:a16="http://schemas.microsoft.com/office/drawing/2014/main" id="{EDFD08D0-1C99-488C-B660-22DC17CAF9BC}"/>
              </a:ext>
            </a:extLst>
          </p:cNvPr>
          <p:cNvSpPr>
            <a:spLocks xmlns:a="http://schemas.openxmlformats.org/drawingml/2006/main" noGrp="1"/>
          </p:cNvSpPr>
          <p:nvPr/>
        </p:nvSpPr>
        <p:spPr>
          <a:xfrm xmlns:a="http://schemas.openxmlformats.org/drawingml/2006/main">
            <a:off x="6286500" y="56769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0B0B0B"/>
                </a:solidFill>
                <a:latin typeface="Arial"/>
                <a:ea typeface="Arial"/>
                <a:cs typeface="Arial"/>
              </a:defRPr>
            </a:pPr>
            <a:r>
              <a:rPr sz="1200" b="1">
                <a:solidFill>
                  <a:srgbClr val="0B0B0B"/>
                </a:solidFill>
                <a:latin typeface="Arial"/>
                <a:ea typeface="Arial"/>
                <a:cs typeface="Arial"/>
              </a:rPr>
              <a:t>Kredibilitas metode meningkat</a:t>
            </a:r>
          </a:p>
        </p:txBody>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8ddd94c89bd54cb0"/>
          <a:srcRect xmlns:a="http://schemas.openxmlformats.org/drawingml/2006/main" l="60" t="0" r="60" b="0"/>
          <a:stretch xmlns:a="http://schemas.openxmlformats.org/drawingml/2006/main">
            <a:fillRect l="0" t="0" r="0" b="0"/>
          </a:stretch>
        </p:blipFill>
        <p:spPr>
          <a:xfrm xmlns:a="http://schemas.openxmlformats.org/drawingml/2006/main">
            <a:off x="571500" y="1428750"/>
            <a:ext cx="5276850" cy="2971800"/>
          </a:xfrm>
          <a:prstGeom xmlns:a="http://schemas.openxmlformats.org/drawingml/2006/main" prst="roundRect">
            <a:avLst>
              <a:gd name="adj" fmla="val 2564"/>
            </a:avLst>
          </a:prstGeom>
        </p:spPr>
      </p:pic>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448c0886ce2646ff"/>
          <a:srcRect xmlns:a="http://schemas.openxmlformats.org/drawingml/2006/main" l="60" t="0" r="60" b="0"/>
          <a:stretch xmlns:a="http://schemas.openxmlformats.org/drawingml/2006/main">
            <a:fillRect l="0" t="0" r="0" b="0"/>
          </a:stretch>
        </p:blipFill>
        <p:spPr>
          <a:xfrm xmlns:a="http://schemas.openxmlformats.org/drawingml/2006/main">
            <a:off x="6286500" y="1428750"/>
            <a:ext cx="5276850" cy="2971800"/>
          </a:xfrm>
          <a:prstGeom xmlns:a="http://schemas.openxmlformats.org/drawingml/2006/main" prst="roundRect">
            <a:avLst>
              <a:gd name="adj" fmla="val 2564"/>
            </a:avLst>
          </a:prstGeom>
        </p:spPr>
      </p:pic>
    </p:spTree>
    <p:extLst>
      <p:ext uri="{BB962C8B-B14F-4D97-AF65-F5344CB8AC3E}">
        <p14:creationId xmlns:p14="http://schemas.microsoft.com/office/powerpoint/2010/main" val="1583731302"/>
      </p:ext>
    </p:extLst>
  </p:cSld>
</p:sld>
</file>

<file path=ppt/slides/slide8.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7D1461C-C276-480E-ACD6-3A097D96E7EF}"/>
              </a:ext>
            </a:extLst>
          </p:cNvPr>
          <p:cNvSpPr>
            <a:spLocks xmlns:a="http://schemas.openxmlformats.org/drawingml/2006/main" noGrp="1"/>
          </p:cNvSpPr>
          <p:nvPr/>
        </p:nvSpPr>
        <p:spPr>
          <a:xfrm xmlns:a="http://schemas.openxmlformats.org/drawingml/2006/main" rot="0">
            <a:off x="0" y="0"/>
            <a:ext cx="12192000" cy="76200"/>
          </a:xfrm>
          <a:prstGeom xmlns:a="http://schemas.openxmlformats.org/drawingml/2006/main" prst="rect">
            <a:avLst/>
          </a:prstGeom>
          <a:solidFill xmlns:a="http://schemas.openxmlformats.org/drawingml/2006/main">
            <a:srgbClr val="C6281C"/>
          </a:solidFill>
          <a:ln xmlns:a="http://schemas.openxmlformats.org/drawingml/2006/main" w="0">
            <a:solidFill>
              <a:srgbClr val="C6281C"/>
            </a:solidFill>
            <a:prstDash val="solid"/>
          </a:ln>
        </p:spPr>
      </p:sp>
      <p:sp>
        <p:nvSpPr>
          <p:cNvPr id="2" name="">
            <a:extLst xmlns:a="http://schemas.openxmlformats.org/drawingml/2006/main">
              <a:ext uri="{FF2B5EF4-FFF2-40B4-BE49-F238E27FC236}">
                <a16:creationId xmlns:a16="http://schemas.microsoft.com/office/drawing/2014/main" id="{10B86C1D-FB43-497A-B5B1-BF08C187CA3D}"/>
              </a:ext>
            </a:extLst>
          </p:cNvPr>
          <p:cNvSpPr>
            <a:spLocks xmlns:a="http://schemas.openxmlformats.org/drawingml/2006/main" noGrp="1"/>
          </p:cNvSpPr>
          <p:nvPr/>
        </p:nvSpPr>
        <p:spPr>
          <a:xfrm xmlns:a="http://schemas.openxmlformats.org/drawingml/2006/main">
            <a:off x="457200" y="247650"/>
            <a:ext cx="3048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1">
                <a:solidFill>
                  <a:srgbClr val="C6281C"/>
                </a:solidFill>
                <a:latin typeface="Arial"/>
                <a:ea typeface="Arial"/>
                <a:cs typeface="Arial"/>
              </a:defRPr>
            </a:pPr>
            <a:r>
              <a:rPr sz="825" b="1">
                <a:solidFill>
                  <a:srgbClr val="C6281C"/>
                </a:solidFill>
                <a:latin typeface="Arial"/>
                <a:ea typeface="Arial"/>
                <a:cs typeface="Arial"/>
              </a:rPr>
              <a:t>WEBSITE REVAMP</a:t>
            </a:r>
          </a:p>
        </p:txBody>
      </p:sp>
      <p:sp>
        <p:nvSpPr>
          <p:cNvPr id="3" name="">
            <a:extLst xmlns:a="http://schemas.openxmlformats.org/drawingml/2006/main">
              <a:ext uri="{FF2B5EF4-FFF2-40B4-BE49-F238E27FC236}">
                <a16:creationId xmlns:a16="http://schemas.microsoft.com/office/drawing/2014/main" id="{41F350EF-3277-4287-A41F-0ADB02D47BDA}"/>
              </a:ext>
            </a:extLst>
          </p:cNvPr>
          <p:cNvSpPr>
            <a:spLocks xmlns:a="http://schemas.openxmlformats.org/drawingml/2006/main" noGrp="1"/>
          </p:cNvSpPr>
          <p:nvPr/>
        </p:nvSpPr>
        <p:spPr>
          <a:xfrm xmlns:a="http://schemas.openxmlformats.org/drawingml/2006/main">
            <a:off x="457200" y="4762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850" b="1">
                <a:solidFill>
                  <a:srgbClr val="0B0B0B"/>
                </a:solidFill>
                <a:latin typeface="Arial"/>
                <a:ea typeface="Arial"/>
                <a:cs typeface="Arial"/>
              </a:defRPr>
            </a:pPr>
            <a:r>
              <a:rPr sz="2850" b="1">
                <a:solidFill>
                  <a:srgbClr val="0B0B0B"/>
                </a:solidFill>
                <a:latin typeface="Arial"/>
                <a:ea typeface="Arial"/>
                <a:cs typeface="Arial"/>
              </a:rPr>
              <a:t>Form konsultasi: dari qualification panjang menjadi ringkas</a:t>
            </a:r>
          </a:p>
        </p:txBody>
      </p:sp>
      <p:sp>
        <p:nvSpPr>
          <p:cNvPr id="4" name="">
            <a:extLst xmlns:a="http://schemas.openxmlformats.org/drawingml/2006/main">
              <a:ext uri="{FF2B5EF4-FFF2-40B4-BE49-F238E27FC236}">
                <a16:creationId xmlns:a16="http://schemas.microsoft.com/office/drawing/2014/main" id="{373F64A9-6EF7-426E-82D3-9656EDFAF284}"/>
              </a:ext>
            </a:extLst>
          </p:cNvPr>
          <p:cNvSpPr>
            <a:spLocks xmlns:a="http://schemas.openxmlformats.org/drawingml/2006/main" noGrp="1"/>
          </p:cNvSpPr>
          <p:nvPr/>
        </p:nvSpPr>
        <p:spPr>
          <a:xfrm xmlns:a="http://schemas.openxmlformats.org/drawingml/2006/main" rot="0">
            <a:off x="457200" y="6505575"/>
            <a:ext cx="1127760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5" name="">
            <a:extLst xmlns:a="http://schemas.openxmlformats.org/drawingml/2006/main">
              <a:ext uri="{FF2B5EF4-FFF2-40B4-BE49-F238E27FC236}">
                <a16:creationId xmlns:a16="http://schemas.microsoft.com/office/drawing/2014/main" id="{2F4FDFD5-7732-430E-BAB3-FAA8D9A6B663}"/>
              </a:ext>
            </a:extLst>
          </p:cNvPr>
          <p:cNvSpPr>
            <a:spLocks xmlns:a="http://schemas.openxmlformats.org/drawingml/2006/main" noGrp="1"/>
          </p:cNvSpPr>
          <p:nvPr/>
        </p:nvSpPr>
        <p:spPr>
          <a:xfrm xmlns:a="http://schemas.openxmlformats.org/drawingml/2006/main">
            <a:off x="457200" y="6591300"/>
            <a:ext cx="4000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1">
                <a:solidFill>
                  <a:srgbClr val="5F5E5A"/>
                </a:solidFill>
                <a:latin typeface="Arial"/>
                <a:ea typeface="Arial"/>
                <a:cs typeface="Arial"/>
              </a:defRPr>
            </a:pPr>
            <a:r>
              <a:rPr sz="750" b="1">
                <a:solidFill>
                  <a:srgbClr val="5F5E5A"/>
                </a:solidFill>
                <a:latin typeface="Arial"/>
                <a:ea typeface="Arial"/>
                <a:cs typeface="Arial"/>
              </a:rPr>
              <a:t>PITCAR ACADEMY • BEFORE / AFTER</a:t>
            </a:r>
          </a:p>
        </p:txBody>
      </p:sp>
      <p:sp>
        <p:nvSpPr>
          <p:cNvPr id="6" name="">
            <a:extLst xmlns:a="http://schemas.openxmlformats.org/drawingml/2006/main">
              <a:ext uri="{FF2B5EF4-FFF2-40B4-BE49-F238E27FC236}">
                <a16:creationId xmlns:a16="http://schemas.microsoft.com/office/drawing/2014/main" id="{A0EFECCE-C1CC-461F-8EE8-FD551D3BC6C5}"/>
              </a:ext>
            </a:extLst>
          </p:cNvPr>
          <p:cNvSpPr>
            <a:spLocks xmlns:a="http://schemas.openxmlformats.org/drawingml/2006/main" noGrp="1"/>
          </p:cNvSpPr>
          <p:nvPr/>
        </p:nvSpPr>
        <p:spPr>
          <a:xfrm xmlns:a="http://schemas.openxmlformats.org/drawingml/2006/main">
            <a:off x="11239500" y="6591300"/>
            <a:ext cx="4953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750" b="1">
                <a:solidFill>
                  <a:srgbClr val="5F5E5A"/>
                </a:solidFill>
                <a:latin typeface="Arial"/>
                <a:ea typeface="Arial"/>
                <a:cs typeface="Arial"/>
              </a:defRPr>
            </a:pPr>
            <a:r>
              <a:rPr sz="750" b="1">
                <a:solidFill>
                  <a:srgbClr val="5F5E5A"/>
                </a:solidFill>
                <a:latin typeface="Arial"/>
                <a:ea typeface="Arial"/>
                <a:cs typeface="Arial"/>
              </a:rPr>
              <a:t>08</a:t>
            </a:r>
          </a:p>
        </p:txBody>
      </p:sp>
      <p:sp>
        <p:nvSpPr>
          <p:cNvPr id="7" name="">
            <a:extLst xmlns:a="http://schemas.openxmlformats.org/drawingml/2006/main">
              <a:ext uri="{FF2B5EF4-FFF2-40B4-BE49-F238E27FC236}">
                <a16:creationId xmlns:a16="http://schemas.microsoft.com/office/drawing/2014/main" id="{74D554D3-564E-47A6-90ED-E42E1C859D38}"/>
              </a:ext>
            </a:extLst>
          </p:cNvPr>
          <p:cNvSpPr>
            <a:spLocks xmlns:a="http://schemas.openxmlformats.org/drawingml/2006/main" noGrp="1"/>
          </p:cNvSpPr>
          <p:nvPr/>
        </p:nvSpPr>
        <p:spPr>
          <a:xfrm xmlns:a="http://schemas.openxmlformats.org/drawingml/2006/main">
            <a:off x="571500" y="114300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9F2118"/>
                </a:solidFill>
                <a:latin typeface="Arial"/>
                <a:ea typeface="Arial"/>
                <a:cs typeface="Arial"/>
              </a:defRPr>
            </a:pPr>
            <a:r>
              <a:rPr sz="975" b="1">
                <a:solidFill>
                  <a:srgbClr val="9F2118"/>
                </a:solidFill>
                <a:latin typeface="Arial"/>
                <a:ea typeface="Arial"/>
                <a:cs typeface="Arial"/>
              </a:rPr>
              <a:t>BEFORE</a:t>
            </a:r>
          </a:p>
        </p:txBody>
      </p:sp>
      <p:sp>
        <p:nvSpPr>
          <p:cNvPr id="8" name="">
            <a:extLst xmlns:a="http://schemas.openxmlformats.org/drawingml/2006/main">
              <a:ext uri="{FF2B5EF4-FFF2-40B4-BE49-F238E27FC236}">
                <a16:creationId xmlns:a16="http://schemas.microsoft.com/office/drawing/2014/main" id="{8FF5DE3A-530F-44FF-8A8F-59E84297E5DE}"/>
              </a:ext>
            </a:extLst>
          </p:cNvPr>
          <p:cNvSpPr>
            <a:spLocks xmlns:a="http://schemas.openxmlformats.org/drawingml/2006/main" noGrp="1"/>
          </p:cNvSpPr>
          <p:nvPr/>
        </p:nvSpPr>
        <p:spPr>
          <a:xfrm xmlns:a="http://schemas.openxmlformats.org/drawingml/2006/main">
            <a:off x="6286500" y="114300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237A57"/>
                </a:solidFill>
                <a:latin typeface="Arial"/>
                <a:ea typeface="Arial"/>
                <a:cs typeface="Arial"/>
              </a:defRPr>
            </a:pPr>
            <a:r>
              <a:rPr sz="975" b="1">
                <a:solidFill>
                  <a:srgbClr val="237A57"/>
                </a:solidFill>
                <a:latin typeface="Arial"/>
                <a:ea typeface="Arial"/>
                <a:cs typeface="Arial"/>
              </a:rPr>
              <a:t>AFTER</a:t>
            </a:r>
          </a:p>
        </p:txBody>
      </p:sp>
      <p:sp>
        <p:nvSpPr>
          <p:cNvPr id="9" name="">
            <a:extLst xmlns:a="http://schemas.openxmlformats.org/drawingml/2006/main">
              <a:ext uri="{FF2B5EF4-FFF2-40B4-BE49-F238E27FC236}">
                <a16:creationId xmlns:a16="http://schemas.microsoft.com/office/drawing/2014/main" id="{84F99290-1AF3-4BAB-827B-947CCAB21570}"/>
              </a:ext>
            </a:extLst>
          </p:cNvPr>
          <p:cNvSpPr>
            <a:spLocks xmlns:a="http://schemas.openxmlformats.org/drawingml/2006/main" noGrp="1"/>
          </p:cNvSpPr>
          <p:nvPr/>
        </p:nvSpPr>
        <p:spPr>
          <a:xfrm xmlns:a="http://schemas.openxmlformats.org/drawingml/2006/main" rot="0">
            <a:off x="533400" y="1390650"/>
            <a:ext cx="5353050" cy="3048000"/>
          </a:xfrm>
          <a:prstGeom xmlns:a="http://schemas.openxmlformats.org/drawingml/2006/main" prst="roundRect">
            <a:avLst>
              <a:gd name="adj" fmla="val 2500"/>
            </a:avLst>
          </a:prstGeom>
          <a:solidFill xmlns:a="http://schemas.openxmlformats.org/drawingml/2006/main">
            <a:srgbClr val="FFFFFF"/>
          </a:solidFill>
          <a:ln xmlns:a="http://schemas.openxmlformats.org/drawingml/2006/main" w="9525">
            <a:solidFill>
              <a:srgbClr val="C8C5BE"/>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7727bd989202438b"/>
          <a:srcRect xmlns:a="http://schemas.openxmlformats.org/drawingml/2006/main" l="60" t="0" r="60" b="0"/>
          <a:stretch xmlns:a="http://schemas.openxmlformats.org/drawingml/2006/main">
            <a:fillRect l="0" t="0" r="0" b="0"/>
          </a:stretch>
        </p:blipFill>
        <p:spPr>
          <a:xfrm xmlns:a="http://schemas.openxmlformats.org/drawingml/2006/main">
            <a:off x="571500" y="1428750"/>
            <a:ext cx="5276850" cy="2971800"/>
          </a:xfrm>
          <a:prstGeom xmlns:a="http://schemas.openxmlformats.org/drawingml/2006/main" prst="roundRect">
            <a:avLst>
              <a:gd name="adj" fmla="val 2564"/>
            </a:avLst>
          </a:prstGeom>
        </p:spPr>
      </p:pic>
      <p:sp>
        <p:nvSpPr>
          <p:cNvPr id="11" name="">
            <a:extLst xmlns:a="http://schemas.openxmlformats.org/drawingml/2006/main">
              <a:ext uri="{FF2B5EF4-FFF2-40B4-BE49-F238E27FC236}">
                <a16:creationId xmlns:a16="http://schemas.microsoft.com/office/drawing/2014/main" id="{5E042975-40E9-4E36-884D-BBAFAFCA2F63}"/>
              </a:ext>
            </a:extLst>
          </p:cNvPr>
          <p:cNvSpPr>
            <a:spLocks xmlns:a="http://schemas.openxmlformats.org/drawingml/2006/main" noGrp="1"/>
          </p:cNvSpPr>
          <p:nvPr/>
        </p:nvSpPr>
        <p:spPr>
          <a:xfrm xmlns:a="http://schemas.openxmlformats.org/drawingml/2006/main" rot="0">
            <a:off x="6248400" y="1390650"/>
            <a:ext cx="5353050" cy="3048000"/>
          </a:xfrm>
          <a:prstGeom xmlns:a="http://schemas.openxmlformats.org/drawingml/2006/main" prst="roundRect">
            <a:avLst>
              <a:gd name="adj" fmla="val 2500"/>
            </a:avLst>
          </a:prstGeom>
          <a:solidFill xmlns:a="http://schemas.openxmlformats.org/drawingml/2006/main">
            <a:srgbClr val="FFFFFF"/>
          </a:solidFill>
          <a:ln xmlns:a="http://schemas.openxmlformats.org/drawingml/2006/main" w="9525">
            <a:solidFill>
              <a:srgbClr val="C8C5BE"/>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1df653135ae7471c"/>
          <a:srcRect xmlns:a="http://schemas.openxmlformats.org/drawingml/2006/main" l="60" t="0" r="60" b="0"/>
          <a:stretch xmlns:a="http://schemas.openxmlformats.org/drawingml/2006/main">
            <a:fillRect l="0" t="0" r="0" b="0"/>
          </a:stretch>
        </p:blipFill>
        <p:spPr>
          <a:xfrm xmlns:a="http://schemas.openxmlformats.org/drawingml/2006/main">
            <a:off x="6286500" y="1428750"/>
            <a:ext cx="5276850" cy="2971800"/>
          </a:xfrm>
          <a:prstGeom xmlns:a="http://schemas.openxmlformats.org/drawingml/2006/main" prst="roundRect">
            <a:avLst>
              <a:gd name="adj" fmla="val 2564"/>
            </a:avLst>
          </a:prstGeom>
        </p:spPr>
      </p:pic>
      <p:sp>
        <p:nvSpPr>
          <p:cNvPr id="13" name="">
            <a:extLst xmlns:a="http://schemas.openxmlformats.org/drawingml/2006/main">
              <a:ext uri="{FF2B5EF4-FFF2-40B4-BE49-F238E27FC236}">
                <a16:creationId xmlns:a16="http://schemas.microsoft.com/office/drawing/2014/main" id="{31A210B9-1CB5-4863-8DBF-EEF390CB3E90}"/>
              </a:ext>
            </a:extLst>
          </p:cNvPr>
          <p:cNvSpPr>
            <a:spLocks xmlns:a="http://schemas.openxmlformats.org/drawingml/2006/main" noGrp="1"/>
          </p:cNvSpPr>
          <p:nvPr/>
        </p:nvSpPr>
        <p:spPr>
          <a:xfrm xmlns:a="http://schemas.openxmlformats.org/drawingml/2006/main" rot="0">
            <a:off x="571500" y="4648200"/>
            <a:ext cx="10991850" cy="190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14" name="">
            <a:extLst xmlns:a="http://schemas.openxmlformats.org/drawingml/2006/main">
              <a:ext uri="{FF2B5EF4-FFF2-40B4-BE49-F238E27FC236}">
                <a16:creationId xmlns:a16="http://schemas.microsoft.com/office/drawing/2014/main" id="{CD9DD133-A5C6-46AD-B9A2-DD01B4E9ADBC}"/>
              </a:ext>
            </a:extLst>
          </p:cNvPr>
          <p:cNvSpPr>
            <a:spLocks xmlns:a="http://schemas.openxmlformats.org/drawingml/2006/main" noGrp="1"/>
          </p:cNvSpPr>
          <p:nvPr/>
        </p:nvSpPr>
        <p:spPr>
          <a:xfrm xmlns:a="http://schemas.openxmlformats.org/drawingml/2006/main">
            <a:off x="571500" y="47625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C6281C"/>
                </a:solidFill>
                <a:latin typeface="Arial"/>
                <a:ea typeface="Arial"/>
                <a:cs typeface="Arial"/>
              </a:defRPr>
            </a:pPr>
            <a:r>
              <a:rPr sz="975" b="1">
                <a:solidFill>
                  <a:srgbClr val="C6281C"/>
                </a:solidFill>
                <a:latin typeface="Arial"/>
                <a:ea typeface="Arial"/>
                <a:cs typeface="Arial"/>
              </a:rPr>
              <a:t>Struktur</a:t>
            </a:r>
          </a:p>
        </p:txBody>
      </p:sp>
      <p:sp>
        <p:nvSpPr>
          <p:cNvPr id="15" name="">
            <a:extLst xmlns:a="http://schemas.openxmlformats.org/drawingml/2006/main">
              <a:ext uri="{FF2B5EF4-FFF2-40B4-BE49-F238E27FC236}">
                <a16:creationId xmlns:a16="http://schemas.microsoft.com/office/drawing/2014/main" id="{E36FA9BF-08F1-4294-813E-E6E864EF06D8}"/>
              </a:ext>
            </a:extLst>
          </p:cNvPr>
          <p:cNvSpPr>
            <a:spLocks xmlns:a="http://schemas.openxmlformats.org/drawingml/2006/main" noGrp="1"/>
          </p:cNvSpPr>
          <p:nvPr/>
        </p:nvSpPr>
        <p:spPr>
          <a:xfrm xmlns:a="http://schemas.openxmlformats.org/drawingml/2006/main">
            <a:off x="1619250" y="47625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B0B0B"/>
                </a:solidFill>
                <a:latin typeface="Arial"/>
                <a:ea typeface="Arial"/>
                <a:cs typeface="Arial"/>
              </a:defRPr>
            </a:pPr>
            <a:r>
              <a:rPr sz="1200" b="0">
                <a:solidFill>
                  <a:srgbClr val="0B0B0B"/>
                </a:solidFill>
                <a:latin typeface="Arial"/>
                <a:ea typeface="Arial"/>
                <a:cs typeface="Arial"/>
              </a:rPr>
              <a:t>8 field dalam 2 langkah</a:t>
            </a:r>
          </a:p>
        </p:txBody>
      </p:sp>
      <p:sp>
        <p:nvSpPr>
          <p:cNvPr id="16" name="">
            <a:extLst xmlns:a="http://schemas.openxmlformats.org/drawingml/2006/main">
              <a:ext uri="{FF2B5EF4-FFF2-40B4-BE49-F238E27FC236}">
                <a16:creationId xmlns:a16="http://schemas.microsoft.com/office/drawing/2014/main" id="{69454A97-285E-4A9A-9079-16A83DD2C12B}"/>
              </a:ext>
            </a:extLst>
          </p:cNvPr>
          <p:cNvSpPr>
            <a:spLocks xmlns:a="http://schemas.openxmlformats.org/drawingml/2006/main" noGrp="1"/>
          </p:cNvSpPr>
          <p:nvPr/>
        </p:nvSpPr>
        <p:spPr>
          <a:xfrm xmlns:a="http://schemas.openxmlformats.org/drawingml/2006/main">
            <a:off x="6286500" y="47625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0B0B0B"/>
                </a:solidFill>
                <a:latin typeface="Arial"/>
                <a:ea typeface="Arial"/>
                <a:cs typeface="Arial"/>
              </a:defRPr>
            </a:pPr>
            <a:r>
              <a:rPr sz="1200" b="1">
                <a:solidFill>
                  <a:srgbClr val="0B0B0B"/>
                </a:solidFill>
                <a:latin typeface="Arial"/>
                <a:ea typeface="Arial"/>
                <a:cs typeface="Arial"/>
              </a:rPr>
              <a:t>6 field dalam 1 halaman</a:t>
            </a:r>
          </a:p>
        </p:txBody>
      </p:sp>
      <p:sp>
        <p:nvSpPr>
          <p:cNvPr id="17" name="">
            <a:extLst xmlns:a="http://schemas.openxmlformats.org/drawingml/2006/main">
              <a:ext uri="{FF2B5EF4-FFF2-40B4-BE49-F238E27FC236}">
                <a16:creationId xmlns:a16="http://schemas.microsoft.com/office/drawing/2014/main" id="{6A3B03F3-58A5-42D7-8B5C-08F892FCB722}"/>
              </a:ext>
            </a:extLst>
          </p:cNvPr>
          <p:cNvSpPr>
            <a:spLocks xmlns:a="http://schemas.openxmlformats.org/drawingml/2006/main" noGrp="1"/>
          </p:cNvSpPr>
          <p:nvPr/>
        </p:nvSpPr>
        <p:spPr>
          <a:xfrm xmlns:a="http://schemas.openxmlformats.org/drawingml/2006/main" rot="0">
            <a:off x="571500" y="5105400"/>
            <a:ext cx="1099185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18" name="">
            <a:extLst xmlns:a="http://schemas.openxmlformats.org/drawingml/2006/main">
              <a:ext uri="{FF2B5EF4-FFF2-40B4-BE49-F238E27FC236}">
                <a16:creationId xmlns:a16="http://schemas.microsoft.com/office/drawing/2014/main" id="{79FD827C-47C8-4283-A870-428706D97FF0}"/>
              </a:ext>
            </a:extLst>
          </p:cNvPr>
          <p:cNvSpPr>
            <a:spLocks xmlns:a="http://schemas.openxmlformats.org/drawingml/2006/main" noGrp="1"/>
          </p:cNvSpPr>
          <p:nvPr/>
        </p:nvSpPr>
        <p:spPr>
          <a:xfrm xmlns:a="http://schemas.openxmlformats.org/drawingml/2006/main">
            <a:off x="571500" y="52197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C6281C"/>
                </a:solidFill>
                <a:latin typeface="Arial"/>
                <a:ea typeface="Arial"/>
                <a:cs typeface="Arial"/>
              </a:defRPr>
            </a:pPr>
            <a:r>
              <a:rPr sz="975" b="1">
                <a:solidFill>
                  <a:srgbClr val="C6281C"/>
                </a:solidFill>
                <a:latin typeface="Arial"/>
                <a:ea typeface="Arial"/>
                <a:cs typeface="Arial"/>
              </a:rPr>
              <a:t>Fokus</a:t>
            </a:r>
          </a:p>
        </p:txBody>
      </p:sp>
      <p:sp>
        <p:nvSpPr>
          <p:cNvPr id="19" name="">
            <a:extLst xmlns:a="http://schemas.openxmlformats.org/drawingml/2006/main">
              <a:ext uri="{FF2B5EF4-FFF2-40B4-BE49-F238E27FC236}">
                <a16:creationId xmlns:a16="http://schemas.microsoft.com/office/drawing/2014/main" id="{059B203C-43A4-42DB-B13E-D083FA1CFFEB}"/>
              </a:ext>
            </a:extLst>
          </p:cNvPr>
          <p:cNvSpPr>
            <a:spLocks xmlns:a="http://schemas.openxmlformats.org/drawingml/2006/main" noGrp="1"/>
          </p:cNvSpPr>
          <p:nvPr/>
        </p:nvSpPr>
        <p:spPr>
          <a:xfrm xmlns:a="http://schemas.openxmlformats.org/drawingml/2006/main">
            <a:off x="1619250" y="52197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B0B0B"/>
                </a:solidFill>
                <a:latin typeface="Arial"/>
                <a:ea typeface="Arial"/>
                <a:cs typeface="Arial"/>
              </a:defRPr>
            </a:pPr>
            <a:r>
              <a:rPr sz="1200" b="0">
                <a:solidFill>
                  <a:srgbClr val="0B0B0B"/>
                </a:solidFill>
                <a:latin typeface="Arial"/>
                <a:ea typeface="Arial"/>
                <a:cs typeface="Arial"/>
              </a:rPr>
              <a:t>Qualification di muka</a:t>
            </a:r>
          </a:p>
        </p:txBody>
      </p:sp>
      <p:sp>
        <p:nvSpPr>
          <p:cNvPr id="20" name="">
            <a:extLst xmlns:a="http://schemas.openxmlformats.org/drawingml/2006/main">
              <a:ext uri="{FF2B5EF4-FFF2-40B4-BE49-F238E27FC236}">
                <a16:creationId xmlns:a16="http://schemas.microsoft.com/office/drawing/2014/main" id="{7DF0FF85-4D0A-4847-A835-E5155A4DFAD8}"/>
              </a:ext>
            </a:extLst>
          </p:cNvPr>
          <p:cNvSpPr>
            <a:spLocks xmlns:a="http://schemas.openxmlformats.org/drawingml/2006/main" noGrp="1"/>
          </p:cNvSpPr>
          <p:nvPr/>
        </p:nvSpPr>
        <p:spPr>
          <a:xfrm xmlns:a="http://schemas.openxmlformats.org/drawingml/2006/main">
            <a:off x="6286500" y="5219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0B0B0B"/>
                </a:solidFill>
                <a:latin typeface="Arial"/>
                <a:ea typeface="Arial"/>
                <a:cs typeface="Arial"/>
              </a:defRPr>
            </a:pPr>
            <a:r>
              <a:rPr sz="1200" b="1">
                <a:solidFill>
                  <a:srgbClr val="0B0B0B"/>
                </a:solidFill>
                <a:latin typeface="Arial"/>
                <a:ea typeface="Arial"/>
                <a:cs typeface="Arial"/>
              </a:rPr>
              <a:t>Konteks minimum sebelum chat</a:t>
            </a:r>
          </a:p>
        </p:txBody>
      </p:sp>
      <p:sp>
        <p:nvSpPr>
          <p:cNvPr id="21" name="">
            <a:extLst xmlns:a="http://schemas.openxmlformats.org/drawingml/2006/main">
              <a:ext uri="{FF2B5EF4-FFF2-40B4-BE49-F238E27FC236}">
                <a16:creationId xmlns:a16="http://schemas.microsoft.com/office/drawing/2014/main" id="{0AEB5B7C-9244-4E42-8DE8-A22EDD3AE607}"/>
              </a:ext>
            </a:extLst>
          </p:cNvPr>
          <p:cNvSpPr>
            <a:spLocks xmlns:a="http://schemas.openxmlformats.org/drawingml/2006/main" noGrp="1"/>
          </p:cNvSpPr>
          <p:nvPr/>
        </p:nvSpPr>
        <p:spPr>
          <a:xfrm xmlns:a="http://schemas.openxmlformats.org/drawingml/2006/main" rot="0">
            <a:off x="571500" y="5562600"/>
            <a:ext cx="1099185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22" name="">
            <a:extLst xmlns:a="http://schemas.openxmlformats.org/drawingml/2006/main">
              <a:ext uri="{FF2B5EF4-FFF2-40B4-BE49-F238E27FC236}">
                <a16:creationId xmlns:a16="http://schemas.microsoft.com/office/drawing/2014/main" id="{A8A1C7F0-F566-41DB-99AA-8576D0A220F6}"/>
              </a:ext>
            </a:extLst>
          </p:cNvPr>
          <p:cNvSpPr>
            <a:spLocks xmlns:a="http://schemas.openxmlformats.org/drawingml/2006/main" noGrp="1"/>
          </p:cNvSpPr>
          <p:nvPr/>
        </p:nvSpPr>
        <p:spPr>
          <a:xfrm xmlns:a="http://schemas.openxmlformats.org/drawingml/2006/main">
            <a:off x="571500" y="56769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C6281C"/>
                </a:solidFill>
                <a:latin typeface="Arial"/>
                <a:ea typeface="Arial"/>
                <a:cs typeface="Arial"/>
              </a:defRPr>
            </a:pPr>
            <a:r>
              <a:rPr sz="975" b="1">
                <a:solidFill>
                  <a:srgbClr val="C6281C"/>
                </a:solidFill>
                <a:latin typeface="Arial"/>
                <a:ea typeface="Arial"/>
                <a:cs typeface="Arial"/>
              </a:rPr>
              <a:t>Dampak</a:t>
            </a:r>
          </a:p>
        </p:txBody>
      </p:sp>
      <p:sp>
        <p:nvSpPr>
          <p:cNvPr id="23" name="">
            <a:extLst xmlns:a="http://schemas.openxmlformats.org/drawingml/2006/main">
              <a:ext uri="{FF2B5EF4-FFF2-40B4-BE49-F238E27FC236}">
                <a16:creationId xmlns:a16="http://schemas.microsoft.com/office/drawing/2014/main" id="{CDD8E5E2-D3B8-43D1-91B0-879C65A307CE}"/>
              </a:ext>
            </a:extLst>
          </p:cNvPr>
          <p:cNvSpPr>
            <a:spLocks xmlns:a="http://schemas.openxmlformats.org/drawingml/2006/main" noGrp="1"/>
          </p:cNvSpPr>
          <p:nvPr/>
        </p:nvSpPr>
        <p:spPr>
          <a:xfrm xmlns:a="http://schemas.openxmlformats.org/drawingml/2006/main">
            <a:off x="1619250" y="56769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B0B0B"/>
                </a:solidFill>
                <a:latin typeface="Arial"/>
                <a:ea typeface="Arial"/>
                <a:cs typeface="Arial"/>
              </a:defRPr>
            </a:pPr>
            <a:r>
              <a:rPr sz="1200" b="0">
                <a:solidFill>
                  <a:srgbClr val="0B0B0B"/>
                </a:solidFill>
                <a:latin typeface="Arial"/>
                <a:ea typeface="Arial"/>
                <a:cs typeface="Arial"/>
              </a:rPr>
              <a:t>Lebih banyak friksi</a:t>
            </a:r>
          </a:p>
        </p:txBody>
      </p:sp>
      <p:sp>
        <p:nvSpPr>
          <p:cNvPr id="24" name="">
            <a:extLst xmlns:a="http://schemas.openxmlformats.org/drawingml/2006/main">
              <a:ext uri="{FF2B5EF4-FFF2-40B4-BE49-F238E27FC236}">
                <a16:creationId xmlns:a16="http://schemas.microsoft.com/office/drawing/2014/main" id="{EDFD08D0-1C99-488C-B660-22DC17CAF9BC}"/>
              </a:ext>
            </a:extLst>
          </p:cNvPr>
          <p:cNvSpPr>
            <a:spLocks xmlns:a="http://schemas.openxmlformats.org/drawingml/2006/main" noGrp="1"/>
          </p:cNvSpPr>
          <p:nvPr/>
        </p:nvSpPr>
        <p:spPr>
          <a:xfrm xmlns:a="http://schemas.openxmlformats.org/drawingml/2006/main">
            <a:off x="6286500" y="56769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0B0B0B"/>
                </a:solidFill>
                <a:latin typeface="Arial"/>
                <a:ea typeface="Arial"/>
                <a:cs typeface="Arial"/>
              </a:defRPr>
            </a:pPr>
            <a:r>
              <a:rPr sz="1200" b="1">
                <a:solidFill>
                  <a:srgbClr val="0B0B0B"/>
                </a:solidFill>
                <a:latin typeface="Arial"/>
                <a:ea typeface="Arial"/>
                <a:cs typeface="Arial"/>
              </a:rPr>
              <a:t>Lebih cepat masuk funnel</a:t>
            </a:r>
          </a:p>
        </p:txBody>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17a3c5fcafe44626"/>
          <a:srcRect xmlns:a="http://schemas.openxmlformats.org/drawingml/2006/main" l="60" t="0" r="60" b="0"/>
          <a:stretch xmlns:a="http://schemas.openxmlformats.org/drawingml/2006/main">
            <a:fillRect l="0" t="0" r="0" b="0"/>
          </a:stretch>
        </p:blipFill>
        <p:spPr>
          <a:xfrm xmlns:a="http://schemas.openxmlformats.org/drawingml/2006/main">
            <a:off x="571500" y="1428750"/>
            <a:ext cx="5276850" cy="2971800"/>
          </a:xfrm>
          <a:prstGeom xmlns:a="http://schemas.openxmlformats.org/drawingml/2006/main" prst="roundRect">
            <a:avLst>
              <a:gd name="adj" fmla="val 2564"/>
            </a:avLst>
          </a:prstGeom>
        </p:spPr>
      </p:pic>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a40f0a2b6cfc4291"/>
          <a:srcRect xmlns:a="http://schemas.openxmlformats.org/drawingml/2006/main" l="60" t="0" r="60" b="0"/>
          <a:stretch xmlns:a="http://schemas.openxmlformats.org/drawingml/2006/main">
            <a:fillRect l="0" t="0" r="0" b="0"/>
          </a:stretch>
        </p:blipFill>
        <p:spPr>
          <a:xfrm xmlns:a="http://schemas.openxmlformats.org/drawingml/2006/main">
            <a:off x="6286500" y="1428750"/>
            <a:ext cx="5276850" cy="2971800"/>
          </a:xfrm>
          <a:prstGeom xmlns:a="http://schemas.openxmlformats.org/drawingml/2006/main" prst="roundRect">
            <a:avLst>
              <a:gd name="adj" fmla="val 2564"/>
            </a:avLst>
          </a:prstGeom>
        </p:spPr>
      </p:pic>
    </p:spTree>
    <p:extLst>
      <p:ext uri="{BB962C8B-B14F-4D97-AF65-F5344CB8AC3E}">
        <p14:creationId xmlns:p14="http://schemas.microsoft.com/office/powerpoint/2010/main" val="1583731302"/>
      </p:ext>
    </p:extLst>
  </p:cSld>
</p:sld>
</file>

<file path=ppt/slides/slide9.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F265A46F-6419-4264-AA66-7FA33EFF06D3}"/>
              </a:ext>
            </a:extLst>
          </p:cNvPr>
          <p:cNvSpPr>
            <a:spLocks xmlns:a="http://schemas.openxmlformats.org/drawingml/2006/main" noGrp="1"/>
          </p:cNvSpPr>
          <p:nvPr/>
        </p:nvSpPr>
        <p:spPr>
          <a:xfrm xmlns:a="http://schemas.openxmlformats.org/drawingml/2006/main" rot="0">
            <a:off x="0" y="0"/>
            <a:ext cx="12192000" cy="76200"/>
          </a:xfrm>
          <a:prstGeom xmlns:a="http://schemas.openxmlformats.org/drawingml/2006/main" prst="rect">
            <a:avLst/>
          </a:prstGeom>
          <a:solidFill xmlns:a="http://schemas.openxmlformats.org/drawingml/2006/main">
            <a:srgbClr val="C6281C"/>
          </a:solidFill>
          <a:ln xmlns:a="http://schemas.openxmlformats.org/drawingml/2006/main" w="0">
            <a:solidFill>
              <a:srgbClr val="C6281C"/>
            </a:solidFill>
            <a:prstDash val="solid"/>
          </a:ln>
        </p:spPr>
      </p:sp>
      <p:sp>
        <p:nvSpPr>
          <p:cNvPr id="2" name="">
            <a:extLst xmlns:a="http://schemas.openxmlformats.org/drawingml/2006/main">
              <a:ext uri="{FF2B5EF4-FFF2-40B4-BE49-F238E27FC236}">
                <a16:creationId xmlns:a16="http://schemas.microsoft.com/office/drawing/2014/main" id="{C54E28C4-A8E0-4187-9E15-F328B15155A1}"/>
              </a:ext>
            </a:extLst>
          </p:cNvPr>
          <p:cNvSpPr>
            <a:spLocks xmlns:a="http://schemas.openxmlformats.org/drawingml/2006/main" noGrp="1"/>
          </p:cNvSpPr>
          <p:nvPr/>
        </p:nvSpPr>
        <p:spPr>
          <a:xfrm xmlns:a="http://schemas.openxmlformats.org/drawingml/2006/main">
            <a:off x="457200" y="247650"/>
            <a:ext cx="3048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1">
                <a:solidFill>
                  <a:srgbClr val="C6281C"/>
                </a:solidFill>
                <a:latin typeface="Arial"/>
                <a:ea typeface="Arial"/>
                <a:cs typeface="Arial"/>
              </a:defRPr>
            </a:pPr>
            <a:r>
              <a:rPr sz="825" b="1">
                <a:solidFill>
                  <a:srgbClr val="C6281C"/>
                </a:solidFill>
                <a:latin typeface="Arial"/>
                <a:ea typeface="Arial"/>
                <a:cs typeface="Arial"/>
              </a:rPr>
              <a:t>WEBSITE REVAMP</a:t>
            </a:r>
          </a:p>
        </p:txBody>
      </p:sp>
      <p:sp>
        <p:nvSpPr>
          <p:cNvPr id="3" name="">
            <a:extLst xmlns:a="http://schemas.openxmlformats.org/drawingml/2006/main">
              <a:ext uri="{FF2B5EF4-FFF2-40B4-BE49-F238E27FC236}">
                <a16:creationId xmlns:a16="http://schemas.microsoft.com/office/drawing/2014/main" id="{4250AD1A-8967-4EF4-8977-EF27808CE33B}"/>
              </a:ext>
            </a:extLst>
          </p:cNvPr>
          <p:cNvSpPr>
            <a:spLocks xmlns:a="http://schemas.openxmlformats.org/drawingml/2006/main" noGrp="1"/>
          </p:cNvSpPr>
          <p:nvPr/>
        </p:nvSpPr>
        <p:spPr>
          <a:xfrm xmlns:a="http://schemas.openxmlformats.org/drawingml/2006/main">
            <a:off x="457200" y="4762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850" b="1">
                <a:solidFill>
                  <a:srgbClr val="0B0B0B"/>
                </a:solidFill>
                <a:latin typeface="Arial"/>
                <a:ea typeface="Arial"/>
                <a:cs typeface="Arial"/>
              </a:defRPr>
            </a:pPr>
            <a:r>
              <a:rPr sz="2850" b="1">
                <a:solidFill>
                  <a:srgbClr val="0B0B0B"/>
                </a:solidFill>
                <a:latin typeface="Arial"/>
                <a:ea typeface="Arial"/>
                <a:cs typeface="Arial"/>
              </a:rPr>
              <a:t>Empat perubahan yang paling berdampak</a:t>
            </a:r>
          </a:p>
        </p:txBody>
      </p:sp>
      <p:sp>
        <p:nvSpPr>
          <p:cNvPr id="4" name="">
            <a:extLst xmlns:a="http://schemas.openxmlformats.org/drawingml/2006/main">
              <a:ext uri="{FF2B5EF4-FFF2-40B4-BE49-F238E27FC236}">
                <a16:creationId xmlns:a16="http://schemas.microsoft.com/office/drawing/2014/main" id="{29AED3C0-C1CF-4089-BBB6-A8B9B627DF68}"/>
              </a:ext>
            </a:extLst>
          </p:cNvPr>
          <p:cNvSpPr>
            <a:spLocks xmlns:a="http://schemas.openxmlformats.org/drawingml/2006/main" noGrp="1"/>
          </p:cNvSpPr>
          <p:nvPr/>
        </p:nvSpPr>
        <p:spPr>
          <a:xfrm xmlns:a="http://schemas.openxmlformats.org/drawingml/2006/main" rot="0">
            <a:off x="457200" y="6505575"/>
            <a:ext cx="1127760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5" name="">
            <a:extLst xmlns:a="http://schemas.openxmlformats.org/drawingml/2006/main">
              <a:ext uri="{FF2B5EF4-FFF2-40B4-BE49-F238E27FC236}">
                <a16:creationId xmlns:a16="http://schemas.microsoft.com/office/drawing/2014/main" id="{AEEAF0F7-3388-48CF-BEBE-58A8FC01232C}"/>
              </a:ext>
            </a:extLst>
          </p:cNvPr>
          <p:cNvSpPr>
            <a:spLocks xmlns:a="http://schemas.openxmlformats.org/drawingml/2006/main" noGrp="1"/>
          </p:cNvSpPr>
          <p:nvPr/>
        </p:nvSpPr>
        <p:spPr>
          <a:xfrm xmlns:a="http://schemas.openxmlformats.org/drawingml/2006/main">
            <a:off x="457200" y="6591300"/>
            <a:ext cx="4000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1">
                <a:solidFill>
                  <a:srgbClr val="5F5E5A"/>
                </a:solidFill>
                <a:latin typeface="Arial"/>
                <a:ea typeface="Arial"/>
                <a:cs typeface="Arial"/>
              </a:defRPr>
            </a:pPr>
            <a:r>
              <a:rPr sz="750" b="1">
                <a:solidFill>
                  <a:srgbClr val="5F5E5A"/>
                </a:solidFill>
                <a:latin typeface="Arial"/>
                <a:ea typeface="Arial"/>
                <a:cs typeface="Arial"/>
              </a:rPr>
              <a:t>PITCAR ACADEMY • BEFORE / AFTER</a:t>
            </a:r>
          </a:p>
        </p:txBody>
      </p:sp>
      <p:sp>
        <p:nvSpPr>
          <p:cNvPr id="6" name="">
            <a:extLst xmlns:a="http://schemas.openxmlformats.org/drawingml/2006/main">
              <a:ext uri="{FF2B5EF4-FFF2-40B4-BE49-F238E27FC236}">
                <a16:creationId xmlns:a16="http://schemas.microsoft.com/office/drawing/2014/main" id="{428B7DB0-2A2D-4911-8B79-1881D096D9E7}"/>
              </a:ext>
            </a:extLst>
          </p:cNvPr>
          <p:cNvSpPr>
            <a:spLocks xmlns:a="http://schemas.openxmlformats.org/drawingml/2006/main" noGrp="1"/>
          </p:cNvSpPr>
          <p:nvPr/>
        </p:nvSpPr>
        <p:spPr>
          <a:xfrm xmlns:a="http://schemas.openxmlformats.org/drawingml/2006/main">
            <a:off x="11239500" y="6591300"/>
            <a:ext cx="4953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750" b="1">
                <a:solidFill>
                  <a:srgbClr val="5F5E5A"/>
                </a:solidFill>
                <a:latin typeface="Arial"/>
                <a:ea typeface="Arial"/>
                <a:cs typeface="Arial"/>
              </a:defRPr>
            </a:pPr>
            <a:r>
              <a:rPr sz="750" b="1">
                <a:solidFill>
                  <a:srgbClr val="5F5E5A"/>
                </a:solidFill>
                <a:latin typeface="Arial"/>
                <a:ea typeface="Arial"/>
                <a:cs typeface="Arial"/>
              </a:rPr>
              <a:t>09</a:t>
            </a:r>
          </a:p>
        </p:txBody>
      </p:sp>
      <p:sp>
        <p:nvSpPr>
          <p:cNvPr id="7" name="">
            <a:extLst xmlns:a="http://schemas.openxmlformats.org/drawingml/2006/main">
              <a:ext uri="{FF2B5EF4-FFF2-40B4-BE49-F238E27FC236}">
                <a16:creationId xmlns:a16="http://schemas.microsoft.com/office/drawing/2014/main" id="{E59447E1-AA6E-4135-B409-175CA81D68AF}"/>
              </a:ext>
            </a:extLst>
          </p:cNvPr>
          <p:cNvSpPr>
            <a:spLocks xmlns:a="http://schemas.openxmlformats.org/drawingml/2006/main" noGrp="1"/>
          </p:cNvSpPr>
          <p:nvPr/>
        </p:nvSpPr>
        <p:spPr>
          <a:xfrm xmlns:a="http://schemas.openxmlformats.org/drawingml/2006/main" rot="0">
            <a:off x="571500" y="1257300"/>
            <a:ext cx="5334000" cy="2095500"/>
          </a:xfrm>
          <a:prstGeom xmlns:a="http://schemas.openxmlformats.org/drawingml/2006/main" prst="roundRect">
            <a:avLst>
              <a:gd name="adj" fmla="val 4545"/>
            </a:avLst>
          </a:prstGeom>
          <a:solidFill xmlns:a="http://schemas.openxmlformats.org/drawingml/2006/main">
            <a:srgbClr val="F5DED9"/>
          </a:solidFill>
          <a:ln xmlns:a="http://schemas.openxmlformats.org/drawingml/2006/main" w="0">
            <a:solidFill>
              <a:srgbClr val="F5DED9"/>
            </a:solidFill>
            <a:prstDash val="solid"/>
          </a:ln>
        </p:spPr>
      </p:sp>
      <p:sp>
        <p:nvSpPr>
          <p:cNvPr id="8" name="">
            <a:extLst xmlns:a="http://schemas.openxmlformats.org/drawingml/2006/main">
              <a:ext uri="{FF2B5EF4-FFF2-40B4-BE49-F238E27FC236}">
                <a16:creationId xmlns:a16="http://schemas.microsoft.com/office/drawing/2014/main" id="{F2EF2365-D908-4EF3-B020-96BF2FB75DF8}"/>
              </a:ext>
            </a:extLst>
          </p:cNvPr>
          <p:cNvSpPr>
            <a:spLocks xmlns:a="http://schemas.openxmlformats.org/drawingml/2006/main" noGrp="1"/>
          </p:cNvSpPr>
          <p:nvPr/>
        </p:nvSpPr>
        <p:spPr>
          <a:xfrm xmlns:a="http://schemas.openxmlformats.org/drawingml/2006/main">
            <a:off x="800100" y="1466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C6281C"/>
                </a:solidFill>
                <a:latin typeface="Arial"/>
                <a:ea typeface="Arial"/>
                <a:cs typeface="Arial"/>
              </a:defRPr>
            </a:pPr>
            <a:r>
              <a:rPr sz="975" b="1">
                <a:solidFill>
                  <a:srgbClr val="C6281C"/>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D049278B-7B90-414D-A439-B88F642772E2}"/>
              </a:ext>
            </a:extLst>
          </p:cNvPr>
          <p:cNvSpPr>
            <a:spLocks xmlns:a="http://schemas.openxmlformats.org/drawingml/2006/main" noGrp="1"/>
          </p:cNvSpPr>
          <p:nvPr/>
        </p:nvSpPr>
        <p:spPr>
          <a:xfrm xmlns:a="http://schemas.openxmlformats.org/drawingml/2006/main">
            <a:off x="1352550" y="14287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1">
                <a:solidFill>
                  <a:srgbClr val="0B0B0B"/>
                </a:solidFill>
                <a:latin typeface="Arial"/>
                <a:ea typeface="Arial"/>
                <a:cs typeface="Arial"/>
              </a:defRPr>
            </a:pPr>
            <a:r>
              <a:rPr sz="1650" b="1">
                <a:solidFill>
                  <a:srgbClr val="0B0B0B"/>
                </a:solidFill>
                <a:latin typeface="Arial"/>
                <a:ea typeface="Arial"/>
                <a:cs typeface="Arial"/>
              </a:rPr>
              <a:t>Hierarki konten</a:t>
            </a:r>
          </a:p>
        </p:txBody>
      </p:sp>
      <p:sp>
        <p:nvSpPr>
          <p:cNvPr id="10" name="">
            <a:extLst xmlns:a="http://schemas.openxmlformats.org/drawingml/2006/main">
              <a:ext uri="{FF2B5EF4-FFF2-40B4-BE49-F238E27FC236}">
                <a16:creationId xmlns:a16="http://schemas.microsoft.com/office/drawing/2014/main" id="{272FDDB7-5385-4B4D-8FE2-FFEB912C0DE7}"/>
              </a:ext>
            </a:extLst>
          </p:cNvPr>
          <p:cNvSpPr>
            <a:spLocks xmlns:a="http://schemas.openxmlformats.org/drawingml/2006/main" noGrp="1"/>
          </p:cNvSpPr>
          <p:nvPr/>
        </p:nvSpPr>
        <p:spPr>
          <a:xfrm xmlns:a="http://schemas.openxmlformats.org/drawingml/2006/main">
            <a:off x="800100" y="1943100"/>
            <a:ext cx="1238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1">
                <a:solidFill>
                  <a:srgbClr val="C6281C"/>
                </a:solidFill>
                <a:latin typeface="Arial"/>
                <a:ea typeface="Arial"/>
                <a:cs typeface="Arial"/>
              </a:defRPr>
            </a:pPr>
            <a:r>
              <a:rPr sz="750" b="1">
                <a:solidFill>
                  <a:srgbClr val="C6281C"/>
                </a:solidFill>
                <a:latin typeface="Arial"/>
                <a:ea typeface="Arial"/>
                <a:cs typeface="Arial"/>
              </a:rPr>
              <a:t>YANG BERUBAH</a:t>
            </a:r>
          </a:p>
        </p:txBody>
      </p:sp>
      <p:sp>
        <p:nvSpPr>
          <p:cNvPr id="11" name="">
            <a:extLst xmlns:a="http://schemas.openxmlformats.org/drawingml/2006/main">
              <a:ext uri="{FF2B5EF4-FFF2-40B4-BE49-F238E27FC236}">
                <a16:creationId xmlns:a16="http://schemas.microsoft.com/office/drawing/2014/main" id="{547EE38C-BF13-4DF9-99D2-8555E16B741C}"/>
              </a:ext>
            </a:extLst>
          </p:cNvPr>
          <p:cNvSpPr>
            <a:spLocks xmlns:a="http://schemas.openxmlformats.org/drawingml/2006/main" noGrp="1"/>
          </p:cNvSpPr>
          <p:nvPr/>
        </p:nvSpPr>
        <p:spPr>
          <a:xfrm xmlns:a="http://schemas.openxmlformats.org/drawingml/2006/main">
            <a:off x="800100" y="2152650"/>
            <a:ext cx="485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0B0B0B"/>
                </a:solidFill>
                <a:latin typeface="Arial"/>
                <a:ea typeface="Arial"/>
                <a:cs typeface="Arial"/>
              </a:defRPr>
            </a:pPr>
            <a:r>
              <a:rPr sz="1125" b="1">
                <a:solidFill>
                  <a:srgbClr val="0B0B0B"/>
                </a:solidFill>
                <a:latin typeface="Arial"/>
                <a:ea typeface="Arial"/>
                <a:cs typeface="Arial"/>
              </a:rPr>
              <a:t>Hero → fakta bengkel → problem → metode → outcome → program.</a:t>
            </a:r>
          </a:p>
        </p:txBody>
      </p:sp>
      <p:sp>
        <p:nvSpPr>
          <p:cNvPr id="12" name="">
            <a:extLst xmlns:a="http://schemas.openxmlformats.org/drawingml/2006/main">
              <a:ext uri="{FF2B5EF4-FFF2-40B4-BE49-F238E27FC236}">
                <a16:creationId xmlns:a16="http://schemas.microsoft.com/office/drawing/2014/main" id="{08B87FBE-2605-49EB-90B6-4FC497B5A0D2}"/>
              </a:ext>
            </a:extLst>
          </p:cNvPr>
          <p:cNvSpPr>
            <a:spLocks xmlns:a="http://schemas.openxmlformats.org/drawingml/2006/main" noGrp="1"/>
          </p:cNvSpPr>
          <p:nvPr/>
        </p:nvSpPr>
        <p:spPr>
          <a:xfrm xmlns:a="http://schemas.openxmlformats.org/drawingml/2006/main" rot="0">
            <a:off x="800100" y="2667000"/>
            <a:ext cx="4857750" cy="19050"/>
          </a:xfrm>
          <a:prstGeom xmlns:a="http://schemas.openxmlformats.org/drawingml/2006/main" prst="rect">
            <a:avLst/>
          </a:prstGeom>
          <a:solidFill xmlns:a="http://schemas.openxmlformats.org/drawingml/2006/main">
            <a:srgbClr val="C6281C"/>
          </a:solidFill>
          <a:ln xmlns:a="http://schemas.openxmlformats.org/drawingml/2006/main" w="0">
            <a:solidFill>
              <a:srgbClr val="C6281C"/>
            </a:solidFill>
            <a:prstDash val="solid"/>
          </a:ln>
        </p:spPr>
      </p:sp>
      <p:sp>
        <p:nvSpPr>
          <p:cNvPr id="13" name="">
            <a:extLst xmlns:a="http://schemas.openxmlformats.org/drawingml/2006/main">
              <a:ext uri="{FF2B5EF4-FFF2-40B4-BE49-F238E27FC236}">
                <a16:creationId xmlns:a16="http://schemas.microsoft.com/office/drawing/2014/main" id="{251F18ED-0E2B-46E1-ABF2-52BA505466AD}"/>
              </a:ext>
            </a:extLst>
          </p:cNvPr>
          <p:cNvSpPr>
            <a:spLocks xmlns:a="http://schemas.openxmlformats.org/drawingml/2006/main" noGrp="1"/>
          </p:cNvSpPr>
          <p:nvPr/>
        </p:nvSpPr>
        <p:spPr>
          <a:xfrm xmlns:a="http://schemas.openxmlformats.org/drawingml/2006/main">
            <a:off x="800100" y="2800350"/>
            <a:ext cx="6667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1">
                <a:solidFill>
                  <a:srgbClr val="C6281C"/>
                </a:solidFill>
                <a:latin typeface="Arial"/>
                <a:ea typeface="Arial"/>
                <a:cs typeface="Arial"/>
              </a:defRPr>
            </a:pPr>
            <a:r>
              <a:rPr sz="750" b="1">
                <a:solidFill>
                  <a:srgbClr val="C6281C"/>
                </a:solidFill>
                <a:latin typeface="Arial"/>
                <a:ea typeface="Arial"/>
                <a:cs typeface="Arial"/>
              </a:rPr>
              <a:t>KENAPA</a:t>
            </a:r>
          </a:p>
        </p:txBody>
      </p:sp>
      <p:sp>
        <p:nvSpPr>
          <p:cNvPr id="14" name="">
            <a:extLst xmlns:a="http://schemas.openxmlformats.org/drawingml/2006/main">
              <a:ext uri="{FF2B5EF4-FFF2-40B4-BE49-F238E27FC236}">
                <a16:creationId xmlns:a16="http://schemas.microsoft.com/office/drawing/2014/main" id="{9C853998-64A5-48AC-9566-1368E7E6C46F}"/>
              </a:ext>
            </a:extLst>
          </p:cNvPr>
          <p:cNvSpPr>
            <a:spLocks xmlns:a="http://schemas.openxmlformats.org/drawingml/2006/main" noGrp="1"/>
          </p:cNvSpPr>
          <p:nvPr/>
        </p:nvSpPr>
        <p:spPr>
          <a:xfrm xmlns:a="http://schemas.openxmlformats.org/drawingml/2006/main">
            <a:off x="1504950" y="2762250"/>
            <a:ext cx="4152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0">
                <a:solidFill>
                  <a:srgbClr val="5F5E5A"/>
                </a:solidFill>
                <a:latin typeface="Arial"/>
                <a:ea typeface="Arial"/>
                <a:cs typeface="Arial"/>
              </a:defRPr>
            </a:pPr>
            <a:r>
              <a:rPr sz="1050" b="0">
                <a:solidFill>
                  <a:srgbClr val="5F5E5A"/>
                </a:solidFill>
                <a:latin typeface="Arial"/>
                <a:ea typeface="Arial"/>
                <a:cs typeface="Arial"/>
              </a:rPr>
              <a:t>Pengunjung mendapat alasan percaya sebelum bertemu harga dan CTA.</a:t>
            </a:r>
          </a:p>
        </p:txBody>
      </p:sp>
      <p:sp>
        <p:nvSpPr>
          <p:cNvPr id="15" name="">
            <a:extLst xmlns:a="http://schemas.openxmlformats.org/drawingml/2006/main">
              <a:ext uri="{FF2B5EF4-FFF2-40B4-BE49-F238E27FC236}">
                <a16:creationId xmlns:a16="http://schemas.microsoft.com/office/drawing/2014/main" id="{4EDD1B50-6833-480D-9BC5-90110331246B}"/>
              </a:ext>
            </a:extLst>
          </p:cNvPr>
          <p:cNvSpPr>
            <a:spLocks xmlns:a="http://schemas.openxmlformats.org/drawingml/2006/main" noGrp="1"/>
          </p:cNvSpPr>
          <p:nvPr/>
        </p:nvSpPr>
        <p:spPr>
          <a:xfrm xmlns:a="http://schemas.openxmlformats.org/drawingml/2006/main" rot="0">
            <a:off x="6229350" y="1257300"/>
            <a:ext cx="5334000" cy="2095500"/>
          </a:xfrm>
          <a:prstGeom xmlns:a="http://schemas.openxmlformats.org/drawingml/2006/main" prst="roundRect">
            <a:avLst>
              <a:gd name="adj" fmla="val 4545"/>
            </a:avLst>
          </a:prstGeom>
          <a:solidFill xmlns:a="http://schemas.openxmlformats.org/drawingml/2006/main">
            <a:srgbClr val="E8F1EA"/>
          </a:solidFill>
          <a:ln xmlns:a="http://schemas.openxmlformats.org/drawingml/2006/main" w="0">
            <a:solidFill>
              <a:srgbClr val="E8F1EA"/>
            </a:solidFill>
            <a:prstDash val="solid"/>
          </a:ln>
        </p:spPr>
      </p:sp>
      <p:sp>
        <p:nvSpPr>
          <p:cNvPr id="16" name="">
            <a:extLst xmlns:a="http://schemas.openxmlformats.org/drawingml/2006/main">
              <a:ext uri="{FF2B5EF4-FFF2-40B4-BE49-F238E27FC236}">
                <a16:creationId xmlns:a16="http://schemas.microsoft.com/office/drawing/2014/main" id="{C3DF2918-B902-4ADE-BCFC-5E693DB75998}"/>
              </a:ext>
            </a:extLst>
          </p:cNvPr>
          <p:cNvSpPr>
            <a:spLocks xmlns:a="http://schemas.openxmlformats.org/drawingml/2006/main" noGrp="1"/>
          </p:cNvSpPr>
          <p:nvPr/>
        </p:nvSpPr>
        <p:spPr>
          <a:xfrm xmlns:a="http://schemas.openxmlformats.org/drawingml/2006/main">
            <a:off x="6457950" y="1466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237A57"/>
                </a:solidFill>
                <a:latin typeface="Arial"/>
                <a:ea typeface="Arial"/>
                <a:cs typeface="Arial"/>
              </a:defRPr>
            </a:pPr>
            <a:r>
              <a:rPr sz="975" b="1">
                <a:solidFill>
                  <a:srgbClr val="237A57"/>
                </a:solidFill>
                <a:latin typeface="Arial"/>
                <a:ea typeface="Arial"/>
                <a:cs typeface="Arial"/>
              </a:rPr>
              <a:t>02</a:t>
            </a:r>
          </a:p>
        </p:txBody>
      </p:sp>
      <p:sp>
        <p:nvSpPr>
          <p:cNvPr id="17" name="">
            <a:extLst xmlns:a="http://schemas.openxmlformats.org/drawingml/2006/main">
              <a:ext uri="{FF2B5EF4-FFF2-40B4-BE49-F238E27FC236}">
                <a16:creationId xmlns:a16="http://schemas.microsoft.com/office/drawing/2014/main" id="{9128160F-FD15-4C65-89A3-1AE901E5F316}"/>
              </a:ext>
            </a:extLst>
          </p:cNvPr>
          <p:cNvSpPr>
            <a:spLocks xmlns:a="http://schemas.openxmlformats.org/drawingml/2006/main" noGrp="1"/>
          </p:cNvSpPr>
          <p:nvPr/>
        </p:nvSpPr>
        <p:spPr>
          <a:xfrm xmlns:a="http://schemas.openxmlformats.org/drawingml/2006/main">
            <a:off x="7010400" y="14287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1">
                <a:solidFill>
                  <a:srgbClr val="0B0B0B"/>
                </a:solidFill>
                <a:latin typeface="Arial"/>
                <a:ea typeface="Arial"/>
                <a:cs typeface="Arial"/>
              </a:defRPr>
            </a:pPr>
            <a:r>
              <a:rPr sz="1650" b="1">
                <a:solidFill>
                  <a:srgbClr val="0B0B0B"/>
                </a:solidFill>
                <a:latin typeface="Arial"/>
                <a:ea typeface="Arial"/>
                <a:cs typeface="Arial"/>
              </a:rPr>
              <a:t>Lead intake &amp; CTA</a:t>
            </a:r>
          </a:p>
        </p:txBody>
      </p:sp>
      <p:sp>
        <p:nvSpPr>
          <p:cNvPr id="18" name="">
            <a:extLst xmlns:a="http://schemas.openxmlformats.org/drawingml/2006/main">
              <a:ext uri="{FF2B5EF4-FFF2-40B4-BE49-F238E27FC236}">
                <a16:creationId xmlns:a16="http://schemas.microsoft.com/office/drawing/2014/main" id="{F96A9DB8-75EF-4AD4-A7F4-964BBAD77008}"/>
              </a:ext>
            </a:extLst>
          </p:cNvPr>
          <p:cNvSpPr>
            <a:spLocks xmlns:a="http://schemas.openxmlformats.org/drawingml/2006/main" noGrp="1"/>
          </p:cNvSpPr>
          <p:nvPr/>
        </p:nvSpPr>
        <p:spPr>
          <a:xfrm xmlns:a="http://schemas.openxmlformats.org/drawingml/2006/main">
            <a:off x="6457950" y="1943100"/>
            <a:ext cx="1238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1">
                <a:solidFill>
                  <a:srgbClr val="237A57"/>
                </a:solidFill>
                <a:latin typeface="Arial"/>
                <a:ea typeface="Arial"/>
                <a:cs typeface="Arial"/>
              </a:defRPr>
            </a:pPr>
            <a:r>
              <a:rPr sz="750" b="1">
                <a:solidFill>
                  <a:srgbClr val="237A57"/>
                </a:solidFill>
                <a:latin typeface="Arial"/>
                <a:ea typeface="Arial"/>
                <a:cs typeface="Arial"/>
              </a:rPr>
              <a:t>YANG BERUBAH</a:t>
            </a:r>
          </a:p>
        </p:txBody>
      </p:sp>
      <p:sp>
        <p:nvSpPr>
          <p:cNvPr id="19" name="">
            <a:extLst xmlns:a="http://schemas.openxmlformats.org/drawingml/2006/main">
              <a:ext uri="{FF2B5EF4-FFF2-40B4-BE49-F238E27FC236}">
                <a16:creationId xmlns:a16="http://schemas.microsoft.com/office/drawing/2014/main" id="{08B1A718-91D6-4DB5-BDB1-6DD40957B942}"/>
              </a:ext>
            </a:extLst>
          </p:cNvPr>
          <p:cNvSpPr>
            <a:spLocks xmlns:a="http://schemas.openxmlformats.org/drawingml/2006/main" noGrp="1"/>
          </p:cNvSpPr>
          <p:nvPr/>
        </p:nvSpPr>
        <p:spPr>
          <a:xfrm xmlns:a="http://schemas.openxmlformats.org/drawingml/2006/main">
            <a:off x="6457950" y="2152650"/>
            <a:ext cx="485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0B0B0B"/>
                </a:solidFill>
                <a:latin typeface="Arial"/>
                <a:ea typeface="Arial"/>
                <a:cs typeface="Arial"/>
              </a:defRPr>
            </a:pPr>
            <a:r>
              <a:rPr sz="1125" b="1">
                <a:solidFill>
                  <a:srgbClr val="0B0B0B"/>
                </a:solidFill>
                <a:latin typeface="Arial"/>
                <a:ea typeface="Arial"/>
                <a:cs typeface="Arial"/>
              </a:rPr>
              <a:t>Before: langsung ke WhatsApp. After: short form sebelum chat.</a:t>
            </a:r>
          </a:p>
        </p:txBody>
      </p:sp>
      <p:sp>
        <p:nvSpPr>
          <p:cNvPr id="20" name="">
            <a:extLst xmlns:a="http://schemas.openxmlformats.org/drawingml/2006/main">
              <a:ext uri="{FF2B5EF4-FFF2-40B4-BE49-F238E27FC236}">
                <a16:creationId xmlns:a16="http://schemas.microsoft.com/office/drawing/2014/main" id="{57DE87BE-E0F5-4770-9876-A341B4AC7313}"/>
              </a:ext>
            </a:extLst>
          </p:cNvPr>
          <p:cNvSpPr>
            <a:spLocks xmlns:a="http://schemas.openxmlformats.org/drawingml/2006/main" noGrp="1"/>
          </p:cNvSpPr>
          <p:nvPr/>
        </p:nvSpPr>
        <p:spPr>
          <a:xfrm xmlns:a="http://schemas.openxmlformats.org/drawingml/2006/main" rot="0">
            <a:off x="6457950" y="2667000"/>
            <a:ext cx="4857750" cy="19050"/>
          </a:xfrm>
          <a:prstGeom xmlns:a="http://schemas.openxmlformats.org/drawingml/2006/main" prst="rect">
            <a:avLst/>
          </a:prstGeom>
          <a:solidFill xmlns:a="http://schemas.openxmlformats.org/drawingml/2006/main">
            <a:srgbClr val="237A57"/>
          </a:solidFill>
          <a:ln xmlns:a="http://schemas.openxmlformats.org/drawingml/2006/main" w="0">
            <a:solidFill>
              <a:srgbClr val="237A57"/>
            </a:solidFill>
            <a:prstDash val="solid"/>
          </a:ln>
        </p:spPr>
      </p:sp>
      <p:sp>
        <p:nvSpPr>
          <p:cNvPr id="21" name="">
            <a:extLst xmlns:a="http://schemas.openxmlformats.org/drawingml/2006/main">
              <a:ext uri="{FF2B5EF4-FFF2-40B4-BE49-F238E27FC236}">
                <a16:creationId xmlns:a16="http://schemas.microsoft.com/office/drawing/2014/main" id="{15A69FD5-5644-454F-9D99-2A29C4345BC8}"/>
              </a:ext>
            </a:extLst>
          </p:cNvPr>
          <p:cNvSpPr>
            <a:spLocks xmlns:a="http://schemas.openxmlformats.org/drawingml/2006/main" noGrp="1"/>
          </p:cNvSpPr>
          <p:nvPr/>
        </p:nvSpPr>
        <p:spPr>
          <a:xfrm xmlns:a="http://schemas.openxmlformats.org/drawingml/2006/main">
            <a:off x="6457950" y="2800350"/>
            <a:ext cx="6667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1">
                <a:solidFill>
                  <a:srgbClr val="237A57"/>
                </a:solidFill>
                <a:latin typeface="Arial"/>
                <a:ea typeface="Arial"/>
                <a:cs typeface="Arial"/>
              </a:defRPr>
            </a:pPr>
            <a:r>
              <a:rPr sz="750" b="1">
                <a:solidFill>
                  <a:srgbClr val="237A57"/>
                </a:solidFill>
                <a:latin typeface="Arial"/>
                <a:ea typeface="Arial"/>
                <a:cs typeface="Arial"/>
              </a:rPr>
              <a:t>KENAPA</a:t>
            </a:r>
          </a:p>
        </p:txBody>
      </p:sp>
      <p:sp>
        <p:nvSpPr>
          <p:cNvPr id="22" name="">
            <a:extLst xmlns:a="http://schemas.openxmlformats.org/drawingml/2006/main">
              <a:ext uri="{FF2B5EF4-FFF2-40B4-BE49-F238E27FC236}">
                <a16:creationId xmlns:a16="http://schemas.microsoft.com/office/drawing/2014/main" id="{A1CDF3AC-0FB8-4B02-BE54-6BABD20A6993}"/>
              </a:ext>
            </a:extLst>
          </p:cNvPr>
          <p:cNvSpPr>
            <a:spLocks xmlns:a="http://schemas.openxmlformats.org/drawingml/2006/main" noGrp="1"/>
          </p:cNvSpPr>
          <p:nvPr/>
        </p:nvSpPr>
        <p:spPr>
          <a:xfrm xmlns:a="http://schemas.openxmlformats.org/drawingml/2006/main">
            <a:off x="7162800" y="2762250"/>
            <a:ext cx="4152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0">
                <a:solidFill>
                  <a:srgbClr val="5F5E5A"/>
                </a:solidFill>
                <a:latin typeface="Arial"/>
                <a:ea typeface="Arial"/>
                <a:cs typeface="Arial"/>
              </a:defRPr>
            </a:pPr>
            <a:r>
              <a:rPr sz="1050" b="0">
                <a:solidFill>
                  <a:srgbClr val="5F5E5A"/>
                </a:solidFill>
                <a:latin typeface="Arial"/>
                <a:ea typeface="Arial"/>
                <a:cs typeface="Arial"/>
              </a:rPr>
              <a:t>Consultant menerima konteks lead sebelum percakapan dimulai.</a:t>
            </a:r>
          </a:p>
        </p:txBody>
      </p:sp>
      <p:sp>
        <p:nvSpPr>
          <p:cNvPr id="23" name="">
            <a:extLst xmlns:a="http://schemas.openxmlformats.org/drawingml/2006/main">
              <a:ext uri="{FF2B5EF4-FFF2-40B4-BE49-F238E27FC236}">
                <a16:creationId xmlns:a16="http://schemas.microsoft.com/office/drawing/2014/main" id="{58FD7C88-0C5B-41CF-8265-108BDADD95AF}"/>
              </a:ext>
            </a:extLst>
          </p:cNvPr>
          <p:cNvSpPr>
            <a:spLocks xmlns:a="http://schemas.openxmlformats.org/drawingml/2006/main" noGrp="1"/>
          </p:cNvSpPr>
          <p:nvPr/>
        </p:nvSpPr>
        <p:spPr>
          <a:xfrm xmlns:a="http://schemas.openxmlformats.org/drawingml/2006/main" rot="0">
            <a:off x="571500" y="3657600"/>
            <a:ext cx="5334000" cy="2095500"/>
          </a:xfrm>
          <a:prstGeom xmlns:a="http://schemas.openxmlformats.org/drawingml/2006/main" prst="roundRect">
            <a:avLst>
              <a:gd name="adj" fmla="val 4545"/>
            </a:avLst>
          </a:prstGeom>
          <a:solidFill xmlns:a="http://schemas.openxmlformats.org/drawingml/2006/main">
            <a:srgbClr val="E8EFF8"/>
          </a:solidFill>
          <a:ln xmlns:a="http://schemas.openxmlformats.org/drawingml/2006/main" w="0">
            <a:solidFill>
              <a:srgbClr val="E8EFF8"/>
            </a:solidFill>
            <a:prstDash val="solid"/>
          </a:ln>
        </p:spPr>
      </p:sp>
      <p:sp>
        <p:nvSpPr>
          <p:cNvPr id="24" name="">
            <a:extLst xmlns:a="http://schemas.openxmlformats.org/drawingml/2006/main">
              <a:ext uri="{FF2B5EF4-FFF2-40B4-BE49-F238E27FC236}">
                <a16:creationId xmlns:a16="http://schemas.microsoft.com/office/drawing/2014/main" id="{AF5E9C2D-A19D-4097-B23E-5C8ECB9B1128}"/>
              </a:ext>
            </a:extLst>
          </p:cNvPr>
          <p:cNvSpPr>
            <a:spLocks xmlns:a="http://schemas.openxmlformats.org/drawingml/2006/main" noGrp="1"/>
          </p:cNvSpPr>
          <p:nvPr/>
        </p:nvSpPr>
        <p:spPr>
          <a:xfrm xmlns:a="http://schemas.openxmlformats.org/drawingml/2006/main">
            <a:off x="800100" y="38671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3D8DFF"/>
                </a:solidFill>
                <a:latin typeface="Arial"/>
                <a:ea typeface="Arial"/>
                <a:cs typeface="Arial"/>
              </a:defRPr>
            </a:pPr>
            <a:r>
              <a:rPr sz="975" b="1">
                <a:solidFill>
                  <a:srgbClr val="3D8DFF"/>
                </a:solidFill>
                <a:latin typeface="Arial"/>
                <a:ea typeface="Arial"/>
                <a:cs typeface="Arial"/>
              </a:rPr>
              <a:t>03</a:t>
            </a:r>
          </a:p>
        </p:txBody>
      </p:sp>
      <p:sp>
        <p:nvSpPr>
          <p:cNvPr id="25" name="">
            <a:extLst xmlns:a="http://schemas.openxmlformats.org/drawingml/2006/main">
              <a:ext uri="{FF2B5EF4-FFF2-40B4-BE49-F238E27FC236}">
                <a16:creationId xmlns:a16="http://schemas.microsoft.com/office/drawing/2014/main" id="{0C831546-DEE6-4A5A-8E2A-4B130F144C39}"/>
              </a:ext>
            </a:extLst>
          </p:cNvPr>
          <p:cNvSpPr>
            <a:spLocks xmlns:a="http://schemas.openxmlformats.org/drawingml/2006/main" noGrp="1"/>
          </p:cNvSpPr>
          <p:nvPr/>
        </p:nvSpPr>
        <p:spPr>
          <a:xfrm xmlns:a="http://schemas.openxmlformats.org/drawingml/2006/main">
            <a:off x="1352550" y="38290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1">
                <a:solidFill>
                  <a:srgbClr val="0B0B0B"/>
                </a:solidFill>
                <a:latin typeface="Arial"/>
                <a:ea typeface="Arial"/>
                <a:cs typeface="Arial"/>
              </a:defRPr>
            </a:pPr>
            <a:r>
              <a:rPr sz="1650" b="1">
                <a:solidFill>
                  <a:srgbClr val="0B0B0B"/>
                </a:solidFill>
                <a:latin typeface="Arial"/>
                <a:ea typeface="Arial"/>
                <a:cs typeface="Arial"/>
              </a:rPr>
              <a:t>Performance &amp; akses</a:t>
            </a:r>
          </a:p>
        </p:txBody>
      </p:sp>
      <p:sp>
        <p:nvSpPr>
          <p:cNvPr id="26" name="">
            <a:extLst xmlns:a="http://schemas.openxmlformats.org/drawingml/2006/main">
              <a:ext uri="{FF2B5EF4-FFF2-40B4-BE49-F238E27FC236}">
                <a16:creationId xmlns:a16="http://schemas.microsoft.com/office/drawing/2014/main" id="{E931C579-B81F-4A1A-86CA-C1BDE9A0BAE1}"/>
              </a:ext>
            </a:extLst>
          </p:cNvPr>
          <p:cNvSpPr>
            <a:spLocks xmlns:a="http://schemas.openxmlformats.org/drawingml/2006/main" noGrp="1"/>
          </p:cNvSpPr>
          <p:nvPr/>
        </p:nvSpPr>
        <p:spPr>
          <a:xfrm xmlns:a="http://schemas.openxmlformats.org/drawingml/2006/main">
            <a:off x="800100" y="4343400"/>
            <a:ext cx="1238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1">
                <a:solidFill>
                  <a:srgbClr val="3D8DFF"/>
                </a:solidFill>
                <a:latin typeface="Arial"/>
                <a:ea typeface="Arial"/>
                <a:cs typeface="Arial"/>
              </a:defRPr>
            </a:pPr>
            <a:r>
              <a:rPr sz="750" b="1">
                <a:solidFill>
                  <a:srgbClr val="3D8DFF"/>
                </a:solidFill>
                <a:latin typeface="Arial"/>
                <a:ea typeface="Arial"/>
                <a:cs typeface="Arial"/>
              </a:rPr>
              <a:t>YANG BERUBAH</a:t>
            </a:r>
          </a:p>
        </p:txBody>
      </p:sp>
      <p:sp>
        <p:nvSpPr>
          <p:cNvPr id="27" name="">
            <a:extLst xmlns:a="http://schemas.openxmlformats.org/drawingml/2006/main">
              <a:ext uri="{FF2B5EF4-FFF2-40B4-BE49-F238E27FC236}">
                <a16:creationId xmlns:a16="http://schemas.microsoft.com/office/drawing/2014/main" id="{0700C987-9770-4E9E-814D-EFCCC7AFA9DE}"/>
              </a:ext>
            </a:extLst>
          </p:cNvPr>
          <p:cNvSpPr>
            <a:spLocks xmlns:a="http://schemas.openxmlformats.org/drawingml/2006/main" noGrp="1"/>
          </p:cNvSpPr>
          <p:nvPr/>
        </p:nvSpPr>
        <p:spPr>
          <a:xfrm xmlns:a="http://schemas.openxmlformats.org/drawingml/2006/main">
            <a:off x="800100" y="4552950"/>
            <a:ext cx="485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0B0B0B"/>
                </a:solidFill>
                <a:latin typeface="Arial"/>
                <a:ea typeface="Arial"/>
                <a:cs typeface="Arial"/>
              </a:defRPr>
            </a:pPr>
            <a:r>
              <a:rPr sz="1125" b="1">
                <a:solidFill>
                  <a:srgbClr val="0B0B0B"/>
                </a:solidFill>
                <a:latin typeface="Arial"/>
                <a:ea typeface="Arial"/>
                <a:cs typeface="Arial"/>
              </a:rPr>
              <a:t>Aset diringankan; interaksi, focus state, touch target, dan mobile dijaga.</a:t>
            </a:r>
          </a:p>
        </p:txBody>
      </p:sp>
      <p:sp>
        <p:nvSpPr>
          <p:cNvPr id="28" name="">
            <a:extLst xmlns:a="http://schemas.openxmlformats.org/drawingml/2006/main">
              <a:ext uri="{FF2B5EF4-FFF2-40B4-BE49-F238E27FC236}">
                <a16:creationId xmlns:a16="http://schemas.microsoft.com/office/drawing/2014/main" id="{047BFE36-EDD8-4D69-9A20-12354958F483}"/>
              </a:ext>
            </a:extLst>
          </p:cNvPr>
          <p:cNvSpPr>
            <a:spLocks xmlns:a="http://schemas.openxmlformats.org/drawingml/2006/main" noGrp="1"/>
          </p:cNvSpPr>
          <p:nvPr/>
        </p:nvSpPr>
        <p:spPr>
          <a:xfrm xmlns:a="http://schemas.openxmlformats.org/drawingml/2006/main" rot="0">
            <a:off x="800100" y="5067300"/>
            <a:ext cx="4857750" cy="190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29" name="">
            <a:extLst xmlns:a="http://schemas.openxmlformats.org/drawingml/2006/main">
              <a:ext uri="{FF2B5EF4-FFF2-40B4-BE49-F238E27FC236}">
                <a16:creationId xmlns:a16="http://schemas.microsoft.com/office/drawing/2014/main" id="{32A287EF-1626-43C7-AD53-1A76601EBEAF}"/>
              </a:ext>
            </a:extLst>
          </p:cNvPr>
          <p:cNvSpPr>
            <a:spLocks xmlns:a="http://schemas.openxmlformats.org/drawingml/2006/main" noGrp="1"/>
          </p:cNvSpPr>
          <p:nvPr/>
        </p:nvSpPr>
        <p:spPr>
          <a:xfrm xmlns:a="http://schemas.openxmlformats.org/drawingml/2006/main">
            <a:off x="800100" y="5200650"/>
            <a:ext cx="6667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1">
                <a:solidFill>
                  <a:srgbClr val="3D8DFF"/>
                </a:solidFill>
                <a:latin typeface="Arial"/>
                <a:ea typeface="Arial"/>
                <a:cs typeface="Arial"/>
              </a:defRPr>
            </a:pPr>
            <a:r>
              <a:rPr sz="750" b="1">
                <a:solidFill>
                  <a:srgbClr val="3D8DFF"/>
                </a:solidFill>
                <a:latin typeface="Arial"/>
                <a:ea typeface="Arial"/>
                <a:cs typeface="Arial"/>
              </a:rPr>
              <a:t>KENAPA</a:t>
            </a:r>
          </a:p>
        </p:txBody>
      </p:sp>
      <p:sp>
        <p:nvSpPr>
          <p:cNvPr id="30" name="">
            <a:extLst xmlns:a="http://schemas.openxmlformats.org/drawingml/2006/main">
              <a:ext uri="{FF2B5EF4-FFF2-40B4-BE49-F238E27FC236}">
                <a16:creationId xmlns:a16="http://schemas.microsoft.com/office/drawing/2014/main" id="{698C63FA-29E4-4C18-A1E5-49899284AB58}"/>
              </a:ext>
            </a:extLst>
          </p:cNvPr>
          <p:cNvSpPr>
            <a:spLocks xmlns:a="http://schemas.openxmlformats.org/drawingml/2006/main" noGrp="1"/>
          </p:cNvSpPr>
          <p:nvPr/>
        </p:nvSpPr>
        <p:spPr>
          <a:xfrm xmlns:a="http://schemas.openxmlformats.org/drawingml/2006/main">
            <a:off x="1504950" y="5162550"/>
            <a:ext cx="4152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0">
                <a:solidFill>
                  <a:srgbClr val="5F5E5A"/>
                </a:solidFill>
                <a:latin typeface="Arial"/>
                <a:ea typeface="Arial"/>
                <a:cs typeface="Arial"/>
              </a:defRPr>
            </a:pPr>
            <a:r>
              <a:rPr sz="1050" b="0">
                <a:solidFill>
                  <a:srgbClr val="5F5E5A"/>
                </a:solidFill>
                <a:latin typeface="Arial"/>
                <a:ea typeface="Arial"/>
                <a:cs typeface="Arial"/>
              </a:rPr>
              <a:t>Mengurangi friksi pada perangkat dan koneksi yang menjadi titik masuk utama.</a:t>
            </a:r>
          </a:p>
        </p:txBody>
      </p:sp>
      <p:sp>
        <p:nvSpPr>
          <p:cNvPr id="31" name="">
            <a:extLst xmlns:a="http://schemas.openxmlformats.org/drawingml/2006/main">
              <a:ext uri="{FF2B5EF4-FFF2-40B4-BE49-F238E27FC236}">
                <a16:creationId xmlns:a16="http://schemas.microsoft.com/office/drawing/2014/main" id="{6509F9AF-E5E2-4429-A29F-DE7522982012}"/>
              </a:ext>
            </a:extLst>
          </p:cNvPr>
          <p:cNvSpPr>
            <a:spLocks xmlns:a="http://schemas.openxmlformats.org/drawingml/2006/main" noGrp="1"/>
          </p:cNvSpPr>
          <p:nvPr/>
        </p:nvSpPr>
        <p:spPr>
          <a:xfrm xmlns:a="http://schemas.openxmlformats.org/drawingml/2006/main" rot="0">
            <a:off x="6229350" y="3657600"/>
            <a:ext cx="5334000" cy="2095500"/>
          </a:xfrm>
          <a:prstGeom xmlns:a="http://schemas.openxmlformats.org/drawingml/2006/main" prst="roundRect">
            <a:avLst>
              <a:gd name="adj" fmla="val 4545"/>
            </a:avLst>
          </a:prstGeom>
          <a:solidFill xmlns:a="http://schemas.openxmlformats.org/drawingml/2006/main">
            <a:srgbClr val="F4EBDC"/>
          </a:solidFill>
          <a:ln xmlns:a="http://schemas.openxmlformats.org/drawingml/2006/main" w="0">
            <a:solidFill>
              <a:srgbClr val="F4EBDC"/>
            </a:solidFill>
            <a:prstDash val="solid"/>
          </a:ln>
        </p:spPr>
      </p:sp>
      <p:sp>
        <p:nvSpPr>
          <p:cNvPr id="32" name="">
            <a:extLst xmlns:a="http://schemas.openxmlformats.org/drawingml/2006/main">
              <a:ext uri="{FF2B5EF4-FFF2-40B4-BE49-F238E27FC236}">
                <a16:creationId xmlns:a16="http://schemas.microsoft.com/office/drawing/2014/main" id="{8463FBBD-03CB-4FA1-ACA6-7956AAB9B7D5}"/>
              </a:ext>
            </a:extLst>
          </p:cNvPr>
          <p:cNvSpPr>
            <a:spLocks xmlns:a="http://schemas.openxmlformats.org/drawingml/2006/main" noGrp="1"/>
          </p:cNvSpPr>
          <p:nvPr/>
        </p:nvSpPr>
        <p:spPr>
          <a:xfrm xmlns:a="http://schemas.openxmlformats.org/drawingml/2006/main">
            <a:off x="6457950" y="38671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B66A16"/>
                </a:solidFill>
                <a:latin typeface="Arial"/>
                <a:ea typeface="Arial"/>
                <a:cs typeface="Arial"/>
              </a:defRPr>
            </a:pPr>
            <a:r>
              <a:rPr sz="975" b="1">
                <a:solidFill>
                  <a:srgbClr val="B66A16"/>
                </a:solidFill>
                <a:latin typeface="Arial"/>
                <a:ea typeface="Arial"/>
                <a:cs typeface="Arial"/>
              </a:rPr>
              <a:t>04</a:t>
            </a:r>
          </a:p>
        </p:txBody>
      </p:sp>
      <p:sp>
        <p:nvSpPr>
          <p:cNvPr id="33" name="">
            <a:extLst xmlns:a="http://schemas.openxmlformats.org/drawingml/2006/main">
              <a:ext uri="{FF2B5EF4-FFF2-40B4-BE49-F238E27FC236}">
                <a16:creationId xmlns:a16="http://schemas.microsoft.com/office/drawing/2014/main" id="{B28EEC59-CB0D-4FA5-8931-C8F861FE2782}"/>
              </a:ext>
            </a:extLst>
          </p:cNvPr>
          <p:cNvSpPr>
            <a:spLocks xmlns:a="http://schemas.openxmlformats.org/drawingml/2006/main" noGrp="1"/>
          </p:cNvSpPr>
          <p:nvPr/>
        </p:nvSpPr>
        <p:spPr>
          <a:xfrm xmlns:a="http://schemas.openxmlformats.org/drawingml/2006/main">
            <a:off x="7010400" y="38290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1">
                <a:solidFill>
                  <a:srgbClr val="0B0B0B"/>
                </a:solidFill>
                <a:latin typeface="Arial"/>
                <a:ea typeface="Arial"/>
                <a:cs typeface="Arial"/>
              </a:defRPr>
            </a:pPr>
            <a:r>
              <a:rPr sz="1650" b="1">
                <a:solidFill>
                  <a:srgbClr val="0B0B0B"/>
                </a:solidFill>
                <a:latin typeface="Arial"/>
                <a:ea typeface="Arial"/>
                <a:cs typeface="Arial"/>
              </a:rPr>
              <a:t>SEO &amp; measurement</a:t>
            </a:r>
          </a:p>
        </p:txBody>
      </p:sp>
      <p:sp>
        <p:nvSpPr>
          <p:cNvPr id="34" name="">
            <a:extLst xmlns:a="http://schemas.openxmlformats.org/drawingml/2006/main">
              <a:ext uri="{FF2B5EF4-FFF2-40B4-BE49-F238E27FC236}">
                <a16:creationId xmlns:a16="http://schemas.microsoft.com/office/drawing/2014/main" id="{757F3DAD-6365-419C-A8F4-C755DF0ABA13}"/>
              </a:ext>
            </a:extLst>
          </p:cNvPr>
          <p:cNvSpPr>
            <a:spLocks xmlns:a="http://schemas.openxmlformats.org/drawingml/2006/main" noGrp="1"/>
          </p:cNvSpPr>
          <p:nvPr/>
        </p:nvSpPr>
        <p:spPr>
          <a:xfrm xmlns:a="http://schemas.openxmlformats.org/drawingml/2006/main">
            <a:off x="6457950" y="4343400"/>
            <a:ext cx="1238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1">
                <a:solidFill>
                  <a:srgbClr val="B66A16"/>
                </a:solidFill>
                <a:latin typeface="Arial"/>
                <a:ea typeface="Arial"/>
                <a:cs typeface="Arial"/>
              </a:defRPr>
            </a:pPr>
            <a:r>
              <a:rPr sz="750" b="1">
                <a:solidFill>
                  <a:srgbClr val="B66A16"/>
                </a:solidFill>
                <a:latin typeface="Arial"/>
                <a:ea typeface="Arial"/>
                <a:cs typeface="Arial"/>
              </a:rPr>
              <a:t>YANG BERUBAH</a:t>
            </a:r>
          </a:p>
        </p:txBody>
      </p:sp>
      <p:sp>
        <p:nvSpPr>
          <p:cNvPr id="35" name="">
            <a:extLst xmlns:a="http://schemas.openxmlformats.org/drawingml/2006/main">
              <a:ext uri="{FF2B5EF4-FFF2-40B4-BE49-F238E27FC236}">
                <a16:creationId xmlns:a16="http://schemas.microsoft.com/office/drawing/2014/main" id="{C87BA2E3-D094-4FF7-B7EA-2ED7535EFD45}"/>
              </a:ext>
            </a:extLst>
          </p:cNvPr>
          <p:cNvSpPr>
            <a:spLocks xmlns:a="http://schemas.openxmlformats.org/drawingml/2006/main" noGrp="1"/>
          </p:cNvSpPr>
          <p:nvPr/>
        </p:nvSpPr>
        <p:spPr>
          <a:xfrm xmlns:a="http://schemas.openxmlformats.org/drawingml/2006/main">
            <a:off x="6457950" y="4552950"/>
            <a:ext cx="485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0B0B0B"/>
                </a:solidFill>
                <a:latin typeface="Arial"/>
                <a:ea typeface="Arial"/>
                <a:cs typeface="Arial"/>
              </a:defRPr>
            </a:pPr>
            <a:r>
              <a:rPr sz="1125" b="1">
                <a:solidFill>
                  <a:srgbClr val="0B0B0B"/>
                </a:solidFill>
                <a:latin typeface="Arial"/>
                <a:ea typeface="Arial"/>
                <a:cs typeface="Arial"/>
              </a:rPr>
              <a:t>Canonical, OG, sitemap, JSON-LD, serta event funnel yang terstruktur.</a:t>
            </a:r>
          </a:p>
        </p:txBody>
      </p:sp>
      <p:sp>
        <p:nvSpPr>
          <p:cNvPr id="36" name="">
            <a:extLst xmlns:a="http://schemas.openxmlformats.org/drawingml/2006/main">
              <a:ext uri="{FF2B5EF4-FFF2-40B4-BE49-F238E27FC236}">
                <a16:creationId xmlns:a16="http://schemas.microsoft.com/office/drawing/2014/main" id="{B6653050-26D2-4E4E-966C-E6F841F4775D}"/>
              </a:ext>
            </a:extLst>
          </p:cNvPr>
          <p:cNvSpPr>
            <a:spLocks xmlns:a="http://schemas.openxmlformats.org/drawingml/2006/main" noGrp="1"/>
          </p:cNvSpPr>
          <p:nvPr/>
        </p:nvSpPr>
        <p:spPr>
          <a:xfrm xmlns:a="http://schemas.openxmlformats.org/drawingml/2006/main" rot="0">
            <a:off x="6457950" y="5067300"/>
            <a:ext cx="4857750" cy="19050"/>
          </a:xfrm>
          <a:prstGeom xmlns:a="http://schemas.openxmlformats.org/drawingml/2006/main" prst="rect">
            <a:avLst/>
          </a:prstGeom>
          <a:solidFill xmlns:a="http://schemas.openxmlformats.org/drawingml/2006/main">
            <a:srgbClr val="B66A16"/>
          </a:solidFill>
          <a:ln xmlns:a="http://schemas.openxmlformats.org/drawingml/2006/main" w="0">
            <a:solidFill>
              <a:srgbClr val="B66A16"/>
            </a:solidFill>
            <a:prstDash val="solid"/>
          </a:ln>
        </p:spPr>
      </p:sp>
      <p:sp>
        <p:nvSpPr>
          <p:cNvPr id="37" name="">
            <a:extLst xmlns:a="http://schemas.openxmlformats.org/drawingml/2006/main">
              <a:ext uri="{FF2B5EF4-FFF2-40B4-BE49-F238E27FC236}">
                <a16:creationId xmlns:a16="http://schemas.microsoft.com/office/drawing/2014/main" id="{50FC8AF9-41BC-4E11-A175-6714D6A06E24}"/>
              </a:ext>
            </a:extLst>
          </p:cNvPr>
          <p:cNvSpPr>
            <a:spLocks xmlns:a="http://schemas.openxmlformats.org/drawingml/2006/main" noGrp="1"/>
          </p:cNvSpPr>
          <p:nvPr/>
        </p:nvSpPr>
        <p:spPr>
          <a:xfrm xmlns:a="http://schemas.openxmlformats.org/drawingml/2006/main">
            <a:off x="6457950" y="5200650"/>
            <a:ext cx="6667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1">
                <a:solidFill>
                  <a:srgbClr val="B66A16"/>
                </a:solidFill>
                <a:latin typeface="Arial"/>
                <a:ea typeface="Arial"/>
                <a:cs typeface="Arial"/>
              </a:defRPr>
            </a:pPr>
            <a:r>
              <a:rPr sz="750" b="1">
                <a:solidFill>
                  <a:srgbClr val="B66A16"/>
                </a:solidFill>
                <a:latin typeface="Arial"/>
                <a:ea typeface="Arial"/>
                <a:cs typeface="Arial"/>
              </a:rPr>
              <a:t>KENAPA</a:t>
            </a:r>
          </a:p>
        </p:txBody>
      </p:sp>
      <p:sp>
        <p:nvSpPr>
          <p:cNvPr id="38" name="">
            <a:extLst xmlns:a="http://schemas.openxmlformats.org/drawingml/2006/main">
              <a:ext uri="{FF2B5EF4-FFF2-40B4-BE49-F238E27FC236}">
                <a16:creationId xmlns:a16="http://schemas.microsoft.com/office/drawing/2014/main" id="{F2CD8E0F-4BA6-4CA0-A4C6-D0DB2383FF32}"/>
              </a:ext>
            </a:extLst>
          </p:cNvPr>
          <p:cNvSpPr>
            <a:spLocks xmlns:a="http://schemas.openxmlformats.org/drawingml/2006/main" noGrp="1"/>
          </p:cNvSpPr>
          <p:nvPr/>
        </p:nvSpPr>
        <p:spPr>
          <a:xfrm xmlns:a="http://schemas.openxmlformats.org/drawingml/2006/main">
            <a:off x="7162800" y="5162550"/>
            <a:ext cx="4152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0">
                <a:solidFill>
                  <a:srgbClr val="5F5E5A"/>
                </a:solidFill>
                <a:latin typeface="Arial"/>
                <a:ea typeface="Arial"/>
                <a:cs typeface="Arial"/>
              </a:defRPr>
            </a:pPr>
            <a:r>
              <a:rPr sz="1050" b="0">
                <a:solidFill>
                  <a:srgbClr val="5F5E5A"/>
                </a:solidFill>
                <a:latin typeface="Arial"/>
                <a:ea typeface="Arial"/>
                <a:cs typeface="Arial"/>
              </a:rPr>
              <a:t>Halaman lebih mudah ditemukan, dibagikan, dan dievaluasi dari data.</a:t>
            </a:r>
          </a:p>
        </p:txBody>
      </p:sp>
    </p:spTree>
    <p:extLst>
      <p:ext uri="{BB962C8B-B14F-4D97-AF65-F5344CB8AC3E}">
        <p14:creationId xmlns:p14="http://schemas.microsoft.com/office/powerpoint/2010/main" val="1580929872"/>
      </p:ext>
    </p:extLst>
  </p:cSld>
</p:sld>
</file>

<file path=ppt/slides/slide10.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28DF9722-5350-4BB0-9605-CA396D781BB5}"/>
              </a:ext>
            </a:extLst>
          </p:cNvPr>
          <p:cNvSpPr>
            <a:spLocks xmlns:a="http://schemas.openxmlformats.org/drawingml/2006/main" noGrp="1"/>
          </p:cNvSpPr>
          <p:nvPr/>
        </p:nvSpPr>
        <p:spPr>
          <a:xfrm xmlns:a="http://schemas.openxmlformats.org/drawingml/2006/main" rot="0">
            <a:off x="0" y="0"/>
            <a:ext cx="12192000" cy="76200"/>
          </a:xfrm>
          <a:prstGeom xmlns:a="http://schemas.openxmlformats.org/drawingml/2006/main" prst="rect">
            <a:avLst/>
          </a:prstGeom>
          <a:solidFill xmlns:a="http://schemas.openxmlformats.org/drawingml/2006/main">
            <a:srgbClr val="C6281C"/>
          </a:solidFill>
          <a:ln xmlns:a="http://schemas.openxmlformats.org/drawingml/2006/main" w="0">
            <a:solidFill>
              <a:srgbClr val="C6281C"/>
            </a:solidFill>
            <a:prstDash val="solid"/>
          </a:ln>
        </p:spPr>
      </p:sp>
      <p:sp>
        <p:nvSpPr>
          <p:cNvPr id="2" name="">
            <a:extLst xmlns:a="http://schemas.openxmlformats.org/drawingml/2006/main">
              <a:ext uri="{FF2B5EF4-FFF2-40B4-BE49-F238E27FC236}">
                <a16:creationId xmlns:a16="http://schemas.microsoft.com/office/drawing/2014/main" id="{7EF425A6-3EDA-4A48-8E6D-E9A2352AD3A2}"/>
              </a:ext>
            </a:extLst>
          </p:cNvPr>
          <p:cNvSpPr>
            <a:spLocks xmlns:a="http://schemas.openxmlformats.org/drawingml/2006/main" noGrp="1"/>
          </p:cNvSpPr>
          <p:nvPr/>
        </p:nvSpPr>
        <p:spPr>
          <a:xfrm xmlns:a="http://schemas.openxmlformats.org/drawingml/2006/main">
            <a:off x="457200" y="247650"/>
            <a:ext cx="3048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1">
                <a:solidFill>
                  <a:srgbClr val="C6281C"/>
                </a:solidFill>
                <a:latin typeface="Arial"/>
                <a:ea typeface="Arial"/>
                <a:cs typeface="Arial"/>
              </a:defRPr>
            </a:pPr>
            <a:r>
              <a:rPr sz="825" b="1">
                <a:solidFill>
                  <a:srgbClr val="C6281C"/>
                </a:solidFill>
                <a:latin typeface="Arial"/>
                <a:ea typeface="Arial"/>
                <a:cs typeface="Arial"/>
              </a:rPr>
              <a:t>CONVERSION SYSTEM</a:t>
            </a:r>
          </a:p>
        </p:txBody>
      </p:sp>
      <p:sp>
        <p:nvSpPr>
          <p:cNvPr id="3" name="">
            <a:extLst xmlns:a="http://schemas.openxmlformats.org/drawingml/2006/main">
              <a:ext uri="{FF2B5EF4-FFF2-40B4-BE49-F238E27FC236}">
                <a16:creationId xmlns:a16="http://schemas.microsoft.com/office/drawing/2014/main" id="{3B4A1F04-C05B-4E44-B696-79C4844FC518}"/>
              </a:ext>
            </a:extLst>
          </p:cNvPr>
          <p:cNvSpPr>
            <a:spLocks xmlns:a="http://schemas.openxmlformats.org/drawingml/2006/main" noGrp="1"/>
          </p:cNvSpPr>
          <p:nvPr/>
        </p:nvSpPr>
        <p:spPr>
          <a:xfrm xmlns:a="http://schemas.openxmlformats.org/drawingml/2006/main">
            <a:off x="457200" y="4762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850" b="1">
                <a:solidFill>
                  <a:srgbClr val="0B0B0B"/>
                </a:solidFill>
                <a:latin typeface="Arial"/>
                <a:ea typeface="Arial"/>
                <a:cs typeface="Arial"/>
              </a:defRPr>
            </a:pPr>
            <a:r>
              <a:rPr sz="2850" b="1">
                <a:solidFill>
                  <a:srgbClr val="0B0B0B"/>
                </a:solidFill>
                <a:latin typeface="Arial"/>
                <a:ea typeface="Arial"/>
                <a:cs typeface="Arial"/>
              </a:rPr>
              <a:t>Di balik tampilan: konsultasi kini menjadi funnel yang terukur</a:t>
            </a:r>
          </a:p>
        </p:txBody>
      </p:sp>
      <p:sp>
        <p:nvSpPr>
          <p:cNvPr id="4" name="">
            <a:extLst xmlns:a="http://schemas.openxmlformats.org/drawingml/2006/main">
              <a:ext uri="{FF2B5EF4-FFF2-40B4-BE49-F238E27FC236}">
                <a16:creationId xmlns:a16="http://schemas.microsoft.com/office/drawing/2014/main" id="{1795E9A1-F970-4C36-84E7-5BFA20CECAB4}"/>
              </a:ext>
            </a:extLst>
          </p:cNvPr>
          <p:cNvSpPr>
            <a:spLocks xmlns:a="http://schemas.openxmlformats.org/drawingml/2006/main" noGrp="1"/>
          </p:cNvSpPr>
          <p:nvPr/>
        </p:nvSpPr>
        <p:spPr>
          <a:xfrm xmlns:a="http://schemas.openxmlformats.org/drawingml/2006/main" rot="0">
            <a:off x="457200" y="6505575"/>
            <a:ext cx="1127760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5" name="">
            <a:extLst xmlns:a="http://schemas.openxmlformats.org/drawingml/2006/main">
              <a:ext uri="{FF2B5EF4-FFF2-40B4-BE49-F238E27FC236}">
                <a16:creationId xmlns:a16="http://schemas.microsoft.com/office/drawing/2014/main" id="{B85BB756-A696-4880-BE87-F79F69774323}"/>
              </a:ext>
            </a:extLst>
          </p:cNvPr>
          <p:cNvSpPr>
            <a:spLocks xmlns:a="http://schemas.openxmlformats.org/drawingml/2006/main" noGrp="1"/>
          </p:cNvSpPr>
          <p:nvPr/>
        </p:nvSpPr>
        <p:spPr>
          <a:xfrm xmlns:a="http://schemas.openxmlformats.org/drawingml/2006/main">
            <a:off x="457200" y="6591300"/>
            <a:ext cx="4000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1">
                <a:solidFill>
                  <a:srgbClr val="5F5E5A"/>
                </a:solidFill>
                <a:latin typeface="Arial"/>
                <a:ea typeface="Arial"/>
                <a:cs typeface="Arial"/>
              </a:defRPr>
            </a:pPr>
            <a:r>
              <a:rPr sz="750" b="1">
                <a:solidFill>
                  <a:srgbClr val="5F5E5A"/>
                </a:solidFill>
                <a:latin typeface="Arial"/>
                <a:ea typeface="Arial"/>
                <a:cs typeface="Arial"/>
              </a:rPr>
              <a:t>PITCAR ACADEMY • BEFORE / AFTER</a:t>
            </a:r>
          </a:p>
        </p:txBody>
      </p:sp>
      <p:sp>
        <p:nvSpPr>
          <p:cNvPr id="6" name="">
            <a:extLst xmlns:a="http://schemas.openxmlformats.org/drawingml/2006/main">
              <a:ext uri="{FF2B5EF4-FFF2-40B4-BE49-F238E27FC236}">
                <a16:creationId xmlns:a16="http://schemas.microsoft.com/office/drawing/2014/main" id="{47253FC0-939A-4340-92AD-77173EE96D5A}"/>
              </a:ext>
            </a:extLst>
          </p:cNvPr>
          <p:cNvSpPr>
            <a:spLocks xmlns:a="http://schemas.openxmlformats.org/drawingml/2006/main" noGrp="1"/>
          </p:cNvSpPr>
          <p:nvPr/>
        </p:nvSpPr>
        <p:spPr>
          <a:xfrm xmlns:a="http://schemas.openxmlformats.org/drawingml/2006/main">
            <a:off x="11239500" y="6591300"/>
            <a:ext cx="4953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750" b="1">
                <a:solidFill>
                  <a:srgbClr val="5F5E5A"/>
                </a:solidFill>
                <a:latin typeface="Arial"/>
                <a:ea typeface="Arial"/>
                <a:cs typeface="Arial"/>
              </a:defRPr>
            </a:pPr>
            <a:r>
              <a:rPr sz="750" b="1">
                <a:solidFill>
                  <a:srgbClr val="5F5E5A"/>
                </a:solidFill>
                <a:latin typeface="Arial"/>
                <a:ea typeface="Arial"/>
                <a:cs typeface="Arial"/>
              </a:rPr>
              <a:t>10</a:t>
            </a:r>
          </a:p>
        </p:txBody>
      </p:sp>
      <p:sp>
        <p:nvSpPr>
          <p:cNvPr id="7" name="">
            <a:extLst xmlns:a="http://schemas.openxmlformats.org/drawingml/2006/main">
              <a:ext uri="{FF2B5EF4-FFF2-40B4-BE49-F238E27FC236}">
                <a16:creationId xmlns:a16="http://schemas.microsoft.com/office/drawing/2014/main" id="{6DA0BB17-8883-4E70-97A3-7F3098059D78}"/>
              </a:ext>
            </a:extLst>
          </p:cNvPr>
          <p:cNvSpPr>
            <a:spLocks xmlns:a="http://schemas.openxmlformats.org/drawingml/2006/main" noGrp="1"/>
          </p:cNvSpPr>
          <p:nvPr/>
        </p:nvSpPr>
        <p:spPr>
          <a:xfrm xmlns:a="http://schemas.openxmlformats.org/drawingml/2006/main">
            <a:off x="552450" y="1123950"/>
            <a:ext cx="571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0">
                <a:solidFill>
                  <a:srgbClr val="5F5E5A"/>
                </a:solidFill>
                <a:latin typeface="Arial"/>
                <a:ea typeface="Arial"/>
                <a:cs typeface="Arial"/>
              </a:defRPr>
            </a:pPr>
            <a:r>
              <a:rPr sz="1350" b="0">
                <a:solidFill>
                  <a:srgbClr val="5F5E5A"/>
                </a:solidFill>
                <a:latin typeface="Arial"/>
                <a:ea typeface="Arial"/>
                <a:cs typeface="Arial"/>
              </a:rPr>
              <a:t>Iterasi terbaru mempertahankan lead form, tetapi memangkasnya menjadi 6 field—3 diketik, 3 cukup sekali tap.</a:t>
            </a:r>
          </a:p>
        </p:txBody>
      </p:sp>
      <p:sp>
        <p:nvSpPr>
          <p:cNvPr id="8" name="">
            <a:extLst xmlns:a="http://schemas.openxmlformats.org/drawingml/2006/main">
              <a:ext uri="{FF2B5EF4-FFF2-40B4-BE49-F238E27FC236}">
                <a16:creationId xmlns:a16="http://schemas.microsoft.com/office/drawing/2014/main" id="{6DC3CCA5-FE5E-40EF-A605-23D248A7C512}"/>
              </a:ext>
            </a:extLst>
          </p:cNvPr>
          <p:cNvSpPr>
            <a:spLocks xmlns:a="http://schemas.openxmlformats.org/drawingml/2006/main" noGrp="1"/>
          </p:cNvSpPr>
          <p:nvPr/>
        </p:nvSpPr>
        <p:spPr>
          <a:xfrm xmlns:a="http://schemas.openxmlformats.org/drawingml/2006/main" rot="0">
            <a:off x="552450" y="1771650"/>
            <a:ext cx="48577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C8C5BE"/>
            </a:solidFill>
            <a:prstDash val="solid"/>
          </a:ln>
        </p:spPr>
      </p:sp>
      <p:sp>
        <p:nvSpPr>
          <p:cNvPr id="9" name="">
            <a:extLst xmlns:a="http://schemas.openxmlformats.org/drawingml/2006/main">
              <a:ext uri="{FF2B5EF4-FFF2-40B4-BE49-F238E27FC236}">
                <a16:creationId xmlns:a16="http://schemas.microsoft.com/office/drawing/2014/main" id="{A0B6AFB1-87E8-421B-895E-2E66226D948B}"/>
              </a:ext>
            </a:extLst>
          </p:cNvPr>
          <p:cNvSpPr>
            <a:spLocks xmlns:a="http://schemas.openxmlformats.org/drawingml/2006/main" noGrp="1"/>
          </p:cNvSpPr>
          <p:nvPr/>
        </p:nvSpPr>
        <p:spPr>
          <a:xfrm xmlns:a="http://schemas.openxmlformats.org/drawingml/2006/main">
            <a:off x="723900" y="200025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C6281C"/>
                </a:solidFill>
                <a:latin typeface="Arial"/>
                <a:ea typeface="Arial"/>
                <a:cs typeface="Arial"/>
              </a:defRPr>
            </a:pPr>
            <a:r>
              <a:rPr sz="900" b="1">
                <a:solidFill>
                  <a:srgbClr val="C6281C"/>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5C002B04-3834-44F3-A29E-5FA84DD98587}"/>
              </a:ext>
            </a:extLst>
          </p:cNvPr>
          <p:cNvSpPr>
            <a:spLocks xmlns:a="http://schemas.openxmlformats.org/drawingml/2006/main" noGrp="1"/>
          </p:cNvSpPr>
          <p:nvPr/>
        </p:nvSpPr>
        <p:spPr>
          <a:xfrm xmlns:a="http://schemas.openxmlformats.org/drawingml/2006/main">
            <a:off x="1200150" y="19050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0B0B0B"/>
                </a:solidFill>
                <a:latin typeface="Arial"/>
                <a:ea typeface="Arial"/>
                <a:cs typeface="Arial"/>
              </a:defRPr>
            </a:pPr>
            <a:r>
              <a:rPr sz="1350" b="1">
                <a:solidFill>
                  <a:srgbClr val="0B0B0B"/>
                </a:solidFill>
                <a:latin typeface="Arial"/>
                <a:ea typeface="Arial"/>
                <a:cs typeface="Arial"/>
              </a:rPr>
              <a:t>CTA</a:t>
            </a:r>
          </a:p>
        </p:txBody>
      </p:sp>
      <p:sp>
        <p:nvSpPr>
          <p:cNvPr id="11" name="">
            <a:extLst xmlns:a="http://schemas.openxmlformats.org/drawingml/2006/main">
              <a:ext uri="{FF2B5EF4-FFF2-40B4-BE49-F238E27FC236}">
                <a16:creationId xmlns:a16="http://schemas.microsoft.com/office/drawing/2014/main" id="{FE04019D-EDA2-461C-8128-16FB4DA70385}"/>
              </a:ext>
            </a:extLst>
          </p:cNvPr>
          <p:cNvSpPr>
            <a:spLocks xmlns:a="http://schemas.openxmlformats.org/drawingml/2006/main" noGrp="1"/>
          </p:cNvSpPr>
          <p:nvPr/>
        </p:nvSpPr>
        <p:spPr>
          <a:xfrm xmlns:a="http://schemas.openxmlformats.org/drawingml/2006/main">
            <a:off x="1200150" y="2152650"/>
            <a:ext cx="3848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0">
                <a:solidFill>
                  <a:srgbClr val="5F5E5A"/>
                </a:solidFill>
                <a:latin typeface="Arial"/>
                <a:ea typeface="Arial"/>
                <a:cs typeface="Arial"/>
              </a:defRPr>
            </a:pPr>
            <a:r>
              <a:rPr sz="1050" b="0">
                <a:solidFill>
                  <a:srgbClr val="5F5E5A"/>
                </a:solidFill>
                <a:latin typeface="Arial"/>
                <a:ea typeface="Arial"/>
                <a:cs typeface="Arial"/>
              </a:rPr>
              <a:t>Membawa source &amp; program</a:t>
            </a:r>
          </a:p>
        </p:txBody>
      </p:sp>
      <p:sp>
        <p:nvSpPr>
          <p:cNvPr id="12" name="">
            <a:extLst xmlns:a="http://schemas.openxmlformats.org/drawingml/2006/main">
              <a:ext uri="{FF2B5EF4-FFF2-40B4-BE49-F238E27FC236}">
                <a16:creationId xmlns:a16="http://schemas.microsoft.com/office/drawing/2014/main" id="{4FA7EA5B-F194-4D2D-8AAA-18302BFE6D8C}"/>
              </a:ext>
            </a:extLst>
          </p:cNvPr>
          <p:cNvSpPr>
            <a:spLocks xmlns:a="http://schemas.openxmlformats.org/drawingml/2006/main" noGrp="1"/>
          </p:cNvSpPr>
          <p:nvPr/>
        </p:nvSpPr>
        <p:spPr>
          <a:xfrm xmlns:a="http://schemas.openxmlformats.org/drawingml/2006/main" rot="0">
            <a:off x="552450" y="2667000"/>
            <a:ext cx="4857750" cy="685800"/>
          </a:xfrm>
          <a:prstGeom xmlns:a="http://schemas.openxmlformats.org/drawingml/2006/main" prst="roundRect">
            <a:avLst>
              <a:gd name="adj" fmla="val 11111"/>
            </a:avLst>
          </a:prstGeom>
          <a:solidFill xmlns:a="http://schemas.openxmlformats.org/drawingml/2006/main">
            <a:srgbClr val="C6281C"/>
          </a:solidFill>
          <a:ln xmlns:a="http://schemas.openxmlformats.org/drawingml/2006/main" w="9525">
            <a:solidFill>
              <a:srgbClr val="C6281C"/>
            </a:solidFill>
            <a:prstDash val="solid"/>
          </a:ln>
        </p:spPr>
      </p:sp>
      <p:sp>
        <p:nvSpPr>
          <p:cNvPr id="13" name="">
            <a:extLst xmlns:a="http://schemas.openxmlformats.org/drawingml/2006/main">
              <a:ext uri="{FF2B5EF4-FFF2-40B4-BE49-F238E27FC236}">
                <a16:creationId xmlns:a16="http://schemas.microsoft.com/office/drawing/2014/main" id="{0B25B9E3-DEBD-4C3C-877C-54FEF7791EFE}"/>
              </a:ext>
            </a:extLst>
          </p:cNvPr>
          <p:cNvSpPr>
            <a:spLocks xmlns:a="http://schemas.openxmlformats.org/drawingml/2006/main" noGrp="1"/>
          </p:cNvSpPr>
          <p:nvPr/>
        </p:nvSpPr>
        <p:spPr>
          <a:xfrm xmlns:a="http://schemas.openxmlformats.org/drawingml/2006/main">
            <a:off x="723900" y="28956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FFD9D4"/>
                </a:solidFill>
                <a:latin typeface="Arial"/>
                <a:ea typeface="Arial"/>
                <a:cs typeface="Arial"/>
              </a:defRPr>
            </a:pPr>
            <a:r>
              <a:rPr sz="900" b="1">
                <a:solidFill>
                  <a:srgbClr val="FFD9D4"/>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56DDCEB8-31B9-49B4-AE88-208226E0998A}"/>
              </a:ext>
            </a:extLst>
          </p:cNvPr>
          <p:cNvSpPr>
            <a:spLocks xmlns:a="http://schemas.openxmlformats.org/drawingml/2006/main" noGrp="1"/>
          </p:cNvSpPr>
          <p:nvPr/>
        </p:nvSpPr>
        <p:spPr>
          <a:xfrm xmlns:a="http://schemas.openxmlformats.org/drawingml/2006/main">
            <a:off x="1200150" y="28003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FFFFFF"/>
                </a:solidFill>
                <a:latin typeface="Arial"/>
                <a:ea typeface="Arial"/>
                <a:cs typeface="Arial"/>
              </a:defRPr>
            </a:pPr>
            <a:r>
              <a:rPr sz="1350" b="1">
                <a:solidFill>
                  <a:srgbClr val="FFFFFF"/>
                </a:solidFill>
                <a:latin typeface="Arial"/>
                <a:ea typeface="Arial"/>
                <a:cs typeface="Arial"/>
              </a:rPr>
              <a:t>Short form</a:t>
            </a:r>
          </a:p>
        </p:txBody>
      </p:sp>
      <p:sp>
        <p:nvSpPr>
          <p:cNvPr id="15" name="">
            <a:extLst xmlns:a="http://schemas.openxmlformats.org/drawingml/2006/main">
              <a:ext uri="{FF2B5EF4-FFF2-40B4-BE49-F238E27FC236}">
                <a16:creationId xmlns:a16="http://schemas.microsoft.com/office/drawing/2014/main" id="{3E1EC26C-D4C4-4E52-893B-9AE4497B7DEE}"/>
              </a:ext>
            </a:extLst>
          </p:cNvPr>
          <p:cNvSpPr>
            <a:spLocks xmlns:a="http://schemas.openxmlformats.org/drawingml/2006/main" noGrp="1"/>
          </p:cNvSpPr>
          <p:nvPr/>
        </p:nvSpPr>
        <p:spPr>
          <a:xfrm xmlns:a="http://schemas.openxmlformats.org/drawingml/2006/main">
            <a:off x="1200150" y="3048000"/>
            <a:ext cx="3848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0">
                <a:solidFill>
                  <a:srgbClr val="FFFFFF"/>
                </a:solidFill>
                <a:latin typeface="Arial"/>
                <a:ea typeface="Arial"/>
                <a:cs typeface="Arial"/>
              </a:defRPr>
            </a:pPr>
            <a:r>
              <a:rPr sz="1050" b="0">
                <a:solidFill>
                  <a:srgbClr val="FFFFFF"/>
                </a:solidFill>
                <a:latin typeface="Arial"/>
                <a:ea typeface="Arial"/>
                <a:cs typeface="Arial"/>
              </a:rPr>
              <a:t>Konteks sebelum chat</a:t>
            </a:r>
          </a:p>
        </p:txBody>
      </p:sp>
      <p:sp>
        <p:nvSpPr>
          <p:cNvPr id="16" name="">
            <a:extLst xmlns:a="http://schemas.openxmlformats.org/drawingml/2006/main">
              <a:ext uri="{FF2B5EF4-FFF2-40B4-BE49-F238E27FC236}">
                <a16:creationId xmlns:a16="http://schemas.microsoft.com/office/drawing/2014/main" id="{D3823BB2-9BAD-49D1-AD60-9F5DA5766C3C}"/>
              </a:ext>
            </a:extLst>
          </p:cNvPr>
          <p:cNvSpPr>
            <a:spLocks xmlns:a="http://schemas.openxmlformats.org/drawingml/2006/main" noGrp="1"/>
          </p:cNvSpPr>
          <p:nvPr/>
        </p:nvSpPr>
        <p:spPr>
          <a:xfrm xmlns:a="http://schemas.openxmlformats.org/drawingml/2006/main" rot="0">
            <a:off x="552450" y="3562350"/>
            <a:ext cx="48577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C8C5BE"/>
            </a:solidFill>
            <a:prstDash val="solid"/>
          </a:ln>
        </p:spPr>
      </p:sp>
      <p:sp>
        <p:nvSpPr>
          <p:cNvPr id="17" name="">
            <a:extLst xmlns:a="http://schemas.openxmlformats.org/drawingml/2006/main">
              <a:ext uri="{FF2B5EF4-FFF2-40B4-BE49-F238E27FC236}">
                <a16:creationId xmlns:a16="http://schemas.microsoft.com/office/drawing/2014/main" id="{BC2F0D11-C0C0-4D90-8C8C-BC35218DDCB1}"/>
              </a:ext>
            </a:extLst>
          </p:cNvPr>
          <p:cNvSpPr>
            <a:spLocks xmlns:a="http://schemas.openxmlformats.org/drawingml/2006/main" noGrp="1"/>
          </p:cNvSpPr>
          <p:nvPr/>
        </p:nvSpPr>
        <p:spPr>
          <a:xfrm xmlns:a="http://schemas.openxmlformats.org/drawingml/2006/main">
            <a:off x="723900" y="379095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C6281C"/>
                </a:solidFill>
                <a:latin typeface="Arial"/>
                <a:ea typeface="Arial"/>
                <a:cs typeface="Arial"/>
              </a:defRPr>
            </a:pPr>
            <a:r>
              <a:rPr sz="900" b="1">
                <a:solidFill>
                  <a:srgbClr val="C6281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31B3580B-C483-4470-B4C2-446D0C38A72B}"/>
              </a:ext>
            </a:extLst>
          </p:cNvPr>
          <p:cNvSpPr>
            <a:spLocks xmlns:a="http://schemas.openxmlformats.org/drawingml/2006/main" noGrp="1"/>
          </p:cNvSpPr>
          <p:nvPr/>
        </p:nvSpPr>
        <p:spPr>
          <a:xfrm xmlns:a="http://schemas.openxmlformats.org/drawingml/2006/main">
            <a:off x="1200150" y="36957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0B0B0B"/>
                </a:solidFill>
                <a:latin typeface="Arial"/>
                <a:ea typeface="Arial"/>
                <a:cs typeface="Arial"/>
              </a:defRPr>
            </a:pPr>
            <a:r>
              <a:rPr sz="1350" b="1">
                <a:solidFill>
                  <a:srgbClr val="0B0B0B"/>
                </a:solidFill>
                <a:latin typeface="Arial"/>
                <a:ea typeface="Arial"/>
                <a:cs typeface="Arial"/>
              </a:rPr>
              <a:t>Lead API</a:t>
            </a:r>
          </a:p>
        </p:txBody>
      </p:sp>
      <p:sp>
        <p:nvSpPr>
          <p:cNvPr id="19" name="">
            <a:extLst xmlns:a="http://schemas.openxmlformats.org/drawingml/2006/main">
              <a:ext uri="{FF2B5EF4-FFF2-40B4-BE49-F238E27FC236}">
                <a16:creationId xmlns:a16="http://schemas.microsoft.com/office/drawing/2014/main" id="{5952C3E6-FE33-471E-B528-2CB6D82BF3F5}"/>
              </a:ext>
            </a:extLst>
          </p:cNvPr>
          <p:cNvSpPr>
            <a:spLocks xmlns:a="http://schemas.openxmlformats.org/drawingml/2006/main" noGrp="1"/>
          </p:cNvSpPr>
          <p:nvPr/>
        </p:nvSpPr>
        <p:spPr>
          <a:xfrm xmlns:a="http://schemas.openxmlformats.org/drawingml/2006/main">
            <a:off x="1200150" y="3943350"/>
            <a:ext cx="3848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0">
                <a:solidFill>
                  <a:srgbClr val="5F5E5A"/>
                </a:solidFill>
                <a:latin typeface="Arial"/>
                <a:ea typeface="Arial"/>
                <a:cs typeface="Arial"/>
              </a:defRPr>
            </a:pPr>
            <a:r>
              <a:rPr sz="1050" b="0">
                <a:solidFill>
                  <a:srgbClr val="5F5E5A"/>
                </a:solidFill>
                <a:latin typeface="Arial"/>
                <a:ea typeface="Arial"/>
                <a:cs typeface="Arial"/>
              </a:rPr>
              <a:t>Simpan, deduplikasi, scoring</a:t>
            </a:r>
          </a:p>
        </p:txBody>
      </p:sp>
      <p:sp>
        <p:nvSpPr>
          <p:cNvPr id="20" name="">
            <a:extLst xmlns:a="http://schemas.openxmlformats.org/drawingml/2006/main">
              <a:ext uri="{FF2B5EF4-FFF2-40B4-BE49-F238E27FC236}">
                <a16:creationId xmlns:a16="http://schemas.microsoft.com/office/drawing/2014/main" id="{65143350-F2A1-4004-8F3D-CBF6AC7AF80B}"/>
              </a:ext>
            </a:extLst>
          </p:cNvPr>
          <p:cNvSpPr>
            <a:spLocks xmlns:a="http://schemas.openxmlformats.org/drawingml/2006/main" noGrp="1"/>
          </p:cNvSpPr>
          <p:nvPr/>
        </p:nvSpPr>
        <p:spPr>
          <a:xfrm xmlns:a="http://schemas.openxmlformats.org/drawingml/2006/main" rot="0">
            <a:off x="552450" y="4457700"/>
            <a:ext cx="48577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C8C5BE"/>
            </a:solidFill>
            <a:prstDash val="solid"/>
          </a:ln>
        </p:spPr>
      </p:sp>
      <p:sp>
        <p:nvSpPr>
          <p:cNvPr id="21" name="">
            <a:extLst xmlns:a="http://schemas.openxmlformats.org/drawingml/2006/main">
              <a:ext uri="{FF2B5EF4-FFF2-40B4-BE49-F238E27FC236}">
                <a16:creationId xmlns:a16="http://schemas.microsoft.com/office/drawing/2014/main" id="{C21055BD-14B1-4598-A34A-6B3FAD0F4E62}"/>
              </a:ext>
            </a:extLst>
          </p:cNvPr>
          <p:cNvSpPr>
            <a:spLocks xmlns:a="http://schemas.openxmlformats.org/drawingml/2006/main" noGrp="1"/>
          </p:cNvSpPr>
          <p:nvPr/>
        </p:nvSpPr>
        <p:spPr>
          <a:xfrm xmlns:a="http://schemas.openxmlformats.org/drawingml/2006/main">
            <a:off x="723900" y="46863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C6281C"/>
                </a:solidFill>
                <a:latin typeface="Arial"/>
                <a:ea typeface="Arial"/>
                <a:cs typeface="Arial"/>
              </a:defRPr>
            </a:pPr>
            <a:r>
              <a:rPr sz="900" b="1">
                <a:solidFill>
                  <a:srgbClr val="C6281C"/>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67161ECA-EF83-4CFD-8163-78F6C863F13A}"/>
              </a:ext>
            </a:extLst>
          </p:cNvPr>
          <p:cNvSpPr>
            <a:spLocks xmlns:a="http://schemas.openxmlformats.org/drawingml/2006/main" noGrp="1"/>
          </p:cNvSpPr>
          <p:nvPr/>
        </p:nvSpPr>
        <p:spPr>
          <a:xfrm xmlns:a="http://schemas.openxmlformats.org/drawingml/2006/main">
            <a:off x="1200150" y="45910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0B0B0B"/>
                </a:solidFill>
                <a:latin typeface="Arial"/>
                <a:ea typeface="Arial"/>
                <a:cs typeface="Arial"/>
              </a:defRPr>
            </a:pPr>
            <a:r>
              <a:rPr sz="1350" b="1">
                <a:solidFill>
                  <a:srgbClr val="0B0B0B"/>
                </a:solidFill>
                <a:latin typeface="Arial"/>
                <a:ea typeface="Arial"/>
                <a:cs typeface="Arial"/>
              </a:rPr>
              <a:t>Sales</a:t>
            </a:r>
          </a:p>
        </p:txBody>
      </p:sp>
      <p:sp>
        <p:nvSpPr>
          <p:cNvPr id="23" name="">
            <a:extLst xmlns:a="http://schemas.openxmlformats.org/drawingml/2006/main">
              <a:ext uri="{FF2B5EF4-FFF2-40B4-BE49-F238E27FC236}">
                <a16:creationId xmlns:a16="http://schemas.microsoft.com/office/drawing/2014/main" id="{7A4FBEDF-E1D4-4F76-94F9-118B737003C9}"/>
              </a:ext>
            </a:extLst>
          </p:cNvPr>
          <p:cNvSpPr>
            <a:spLocks xmlns:a="http://schemas.openxmlformats.org/drawingml/2006/main" noGrp="1"/>
          </p:cNvSpPr>
          <p:nvPr/>
        </p:nvSpPr>
        <p:spPr>
          <a:xfrm xmlns:a="http://schemas.openxmlformats.org/drawingml/2006/main">
            <a:off x="1200150" y="4838700"/>
            <a:ext cx="3848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0">
                <a:solidFill>
                  <a:srgbClr val="5F5E5A"/>
                </a:solidFill>
                <a:latin typeface="Arial"/>
                <a:ea typeface="Arial"/>
                <a:cs typeface="Arial"/>
              </a:defRPr>
            </a:pPr>
            <a:r>
              <a:rPr sz="1050" b="0">
                <a:solidFill>
                  <a:srgbClr val="5F5E5A"/>
                </a:solidFill>
                <a:latin typeface="Arial"/>
                <a:ea typeface="Arial"/>
                <a:cs typeface="Arial"/>
              </a:rPr>
              <a:t>Dashboard + WhatsApp</a:t>
            </a:r>
          </a:p>
        </p:txBody>
      </p:sp>
      <p:sp>
        <p:nvSpPr>
          <p:cNvPr id="24" name="">
            <a:extLst xmlns:a="http://schemas.openxmlformats.org/drawingml/2006/main">
              <a:ext uri="{FF2B5EF4-FFF2-40B4-BE49-F238E27FC236}">
                <a16:creationId xmlns:a16="http://schemas.microsoft.com/office/drawing/2014/main" id="{E44A2027-C459-40F7-B507-9B823654A8A3}"/>
              </a:ext>
            </a:extLst>
          </p:cNvPr>
          <p:cNvSpPr>
            <a:spLocks xmlns:a="http://schemas.openxmlformats.org/drawingml/2006/main" noGrp="1"/>
          </p:cNvSpPr>
          <p:nvPr/>
        </p:nvSpPr>
        <p:spPr>
          <a:xfrm xmlns:a="http://schemas.openxmlformats.org/drawingml/2006/main" rot="0">
            <a:off x="5867400" y="1333500"/>
            <a:ext cx="5791200" cy="3648075"/>
          </a:xfrm>
          <a:prstGeom xmlns:a="http://schemas.openxmlformats.org/drawingml/2006/main" prst="roundRect">
            <a:avLst>
              <a:gd name="adj" fmla="val 2611"/>
            </a:avLst>
          </a:prstGeom>
          <a:solidFill xmlns:a="http://schemas.openxmlformats.org/drawingml/2006/main">
            <a:srgbClr val="FFFFFF"/>
          </a:solidFill>
          <a:ln xmlns:a="http://schemas.openxmlformats.org/drawingml/2006/main" w="9525">
            <a:solidFill>
              <a:srgbClr val="C8C5BE"/>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62" name=""/>
          <p:cNvPicPr>
            <a:picLocks xmlns:a="http://schemas.openxmlformats.org/drawingml/2006/main" noChangeAspect="1"/>
          </p:cNvPicPr>
          <p:nvPr/>
        </p:nvPicPr>
        <p:blipFill>
          <a:blip xmlns:r="http://schemas.openxmlformats.org/officeDocument/2006/relationships" xmlns:a="http://schemas.openxmlformats.org/drawingml/2006/main" r:embed="R1b8d4c0a70bc41a4"/>
          <a:srcRect xmlns:a="http://schemas.openxmlformats.org/drawingml/2006/main" l="0" t="0" r="0" b="0"/>
          <a:stretch xmlns:a="http://schemas.openxmlformats.org/drawingml/2006/main">
            <a:fillRect l="0" t="0" r="0" b="0"/>
          </a:stretch>
        </p:blipFill>
        <p:spPr>
          <a:xfrm xmlns:a="http://schemas.openxmlformats.org/drawingml/2006/main">
            <a:off x="5905500" y="1371600"/>
            <a:ext cx="5715000" cy="3571875"/>
          </a:xfrm>
          <a:prstGeom xmlns:a="http://schemas.openxmlformats.org/drawingml/2006/main" prst="roundRect">
            <a:avLst>
              <a:gd name="adj" fmla="val 2667"/>
            </a:avLst>
          </a:prstGeom>
        </p:spPr>
      </p:pic>
      <p:sp>
        <p:nvSpPr>
          <p:cNvPr id="26" name="">
            <a:extLst xmlns:a="http://schemas.openxmlformats.org/drawingml/2006/main">
              <a:ext uri="{FF2B5EF4-FFF2-40B4-BE49-F238E27FC236}">
                <a16:creationId xmlns:a16="http://schemas.microsoft.com/office/drawing/2014/main" id="{BD6F2DCE-EECB-4857-B878-5A4FD65C40E7}"/>
              </a:ext>
            </a:extLst>
          </p:cNvPr>
          <p:cNvSpPr>
            <a:spLocks xmlns:a="http://schemas.openxmlformats.org/drawingml/2006/main" noGrp="1"/>
          </p:cNvSpPr>
          <p:nvPr/>
        </p:nvSpPr>
        <p:spPr>
          <a:xfrm xmlns:a="http://schemas.openxmlformats.org/drawingml/2006/main" rot="0">
            <a:off x="5905500" y="5238750"/>
            <a:ext cx="171450" cy="171450"/>
          </a:xfrm>
          <a:prstGeom xmlns:a="http://schemas.openxmlformats.org/drawingml/2006/main" prst="ellipse">
            <a:avLst/>
          </a:prstGeom>
          <a:solidFill xmlns:a="http://schemas.openxmlformats.org/drawingml/2006/main">
            <a:srgbClr val="C6281C"/>
          </a:solidFill>
          <a:ln xmlns:a="http://schemas.openxmlformats.org/drawingml/2006/main" w="0">
            <a:solidFill>
              <a:srgbClr val="C6281C"/>
            </a:solidFill>
            <a:prstDash val="solid"/>
          </a:ln>
        </p:spPr>
      </p:sp>
      <p:sp>
        <p:nvSpPr>
          <p:cNvPr id="27" name="">
            <a:extLst xmlns:a="http://schemas.openxmlformats.org/drawingml/2006/main">
              <a:ext uri="{FF2B5EF4-FFF2-40B4-BE49-F238E27FC236}">
                <a16:creationId xmlns:a16="http://schemas.microsoft.com/office/drawing/2014/main" id="{5AA1367C-E93F-4C9C-B1CC-7A44956A829C}"/>
              </a:ext>
            </a:extLst>
          </p:cNvPr>
          <p:cNvSpPr>
            <a:spLocks xmlns:a="http://schemas.openxmlformats.org/drawingml/2006/main" noGrp="1"/>
          </p:cNvSpPr>
          <p:nvPr/>
        </p:nvSpPr>
        <p:spPr>
          <a:xfrm xmlns:a="http://schemas.openxmlformats.org/drawingml/2006/main">
            <a:off x="5905500" y="5257800"/>
            <a:ext cx="1714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825" b="1">
                <a:solidFill>
                  <a:srgbClr val="FFFFFF"/>
                </a:solidFill>
                <a:latin typeface="Arial"/>
                <a:ea typeface="Arial"/>
                <a:cs typeface="Arial"/>
              </a:defRPr>
            </a:pPr>
            <a:r>
              <a:rPr sz="825" b="1">
                <a:solidFill>
                  <a:srgbClr val="FFFFFF"/>
                </a:solidFill>
                <a:latin typeface="Arial"/>
                <a:ea typeface="Arial"/>
                <a:cs typeface="Arial"/>
              </a:rPr>
              <a:t>✓</a:t>
            </a:r>
          </a:p>
        </p:txBody>
      </p:sp>
      <p:sp>
        <p:nvSpPr>
          <p:cNvPr id="28" name="">
            <a:extLst xmlns:a="http://schemas.openxmlformats.org/drawingml/2006/main">
              <a:ext uri="{FF2B5EF4-FFF2-40B4-BE49-F238E27FC236}">
                <a16:creationId xmlns:a16="http://schemas.microsoft.com/office/drawing/2014/main" id="{23BA1A6C-B4F0-4762-89B3-3E6FCEE64C3D}"/>
              </a:ext>
            </a:extLst>
          </p:cNvPr>
          <p:cNvSpPr>
            <a:spLocks xmlns:a="http://schemas.openxmlformats.org/drawingml/2006/main" noGrp="1"/>
          </p:cNvSpPr>
          <p:nvPr/>
        </p:nvSpPr>
        <p:spPr>
          <a:xfrm xmlns:a="http://schemas.openxmlformats.org/drawingml/2006/main">
            <a:off x="6153150" y="5219700"/>
            <a:ext cx="15811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0B0B0B"/>
                </a:solidFill>
                <a:latin typeface="Arial"/>
                <a:ea typeface="Arial"/>
                <a:cs typeface="Arial"/>
              </a:defRPr>
            </a:pPr>
            <a:r>
              <a:rPr sz="975" b="1">
                <a:solidFill>
                  <a:srgbClr val="0B0B0B"/>
                </a:solidFill>
                <a:latin typeface="Arial"/>
                <a:ea typeface="Arial"/>
                <a:cs typeface="Arial"/>
              </a:rPr>
              <a:t>Lead tidak hilang jika chat batal dibuka</a:t>
            </a:r>
          </a:p>
        </p:txBody>
      </p:sp>
      <p:sp>
        <p:nvSpPr>
          <p:cNvPr id="29" name="">
            <a:extLst xmlns:a="http://schemas.openxmlformats.org/drawingml/2006/main">
              <a:ext uri="{FF2B5EF4-FFF2-40B4-BE49-F238E27FC236}">
                <a16:creationId xmlns:a16="http://schemas.microsoft.com/office/drawing/2014/main" id="{B76080A3-DA9D-44D6-9B63-11C11F570373}"/>
              </a:ext>
            </a:extLst>
          </p:cNvPr>
          <p:cNvSpPr>
            <a:spLocks xmlns:a="http://schemas.openxmlformats.org/drawingml/2006/main" noGrp="1"/>
          </p:cNvSpPr>
          <p:nvPr/>
        </p:nvSpPr>
        <p:spPr>
          <a:xfrm xmlns:a="http://schemas.openxmlformats.org/drawingml/2006/main" rot="0">
            <a:off x="7791450" y="5238750"/>
            <a:ext cx="171450" cy="171450"/>
          </a:xfrm>
          <a:prstGeom xmlns:a="http://schemas.openxmlformats.org/drawingml/2006/main" prst="ellipse">
            <a:avLst/>
          </a:prstGeom>
          <a:solidFill xmlns:a="http://schemas.openxmlformats.org/drawingml/2006/main">
            <a:srgbClr val="237A57"/>
          </a:solidFill>
          <a:ln xmlns:a="http://schemas.openxmlformats.org/drawingml/2006/main" w="0">
            <a:solidFill>
              <a:srgbClr val="237A57"/>
            </a:solidFill>
            <a:prstDash val="solid"/>
          </a:ln>
        </p:spPr>
      </p:sp>
      <p:sp>
        <p:nvSpPr>
          <p:cNvPr id="30" name="">
            <a:extLst xmlns:a="http://schemas.openxmlformats.org/drawingml/2006/main">
              <a:ext uri="{FF2B5EF4-FFF2-40B4-BE49-F238E27FC236}">
                <a16:creationId xmlns:a16="http://schemas.microsoft.com/office/drawing/2014/main" id="{7B90838E-C5B6-471A-AEF9-05A0A291D9E3}"/>
              </a:ext>
            </a:extLst>
          </p:cNvPr>
          <p:cNvSpPr>
            <a:spLocks xmlns:a="http://schemas.openxmlformats.org/drawingml/2006/main" noGrp="1"/>
          </p:cNvSpPr>
          <p:nvPr/>
        </p:nvSpPr>
        <p:spPr>
          <a:xfrm xmlns:a="http://schemas.openxmlformats.org/drawingml/2006/main">
            <a:off x="7791450" y="5257800"/>
            <a:ext cx="1714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825" b="1">
                <a:solidFill>
                  <a:srgbClr val="FFFFFF"/>
                </a:solidFill>
                <a:latin typeface="Arial"/>
                <a:ea typeface="Arial"/>
                <a:cs typeface="Arial"/>
              </a:defRPr>
            </a:pPr>
            <a:r>
              <a:rPr sz="825" b="1">
                <a:solidFill>
                  <a:srgbClr val="FFFFFF"/>
                </a:solidFill>
                <a:latin typeface="Arial"/>
                <a:ea typeface="Arial"/>
                <a:cs typeface="Arial"/>
              </a:rPr>
              <a:t>✓</a:t>
            </a:r>
          </a:p>
        </p:txBody>
      </p:sp>
      <p:sp>
        <p:nvSpPr>
          <p:cNvPr id="31" name="">
            <a:extLst xmlns:a="http://schemas.openxmlformats.org/drawingml/2006/main">
              <a:ext uri="{FF2B5EF4-FFF2-40B4-BE49-F238E27FC236}">
                <a16:creationId xmlns:a16="http://schemas.microsoft.com/office/drawing/2014/main" id="{D570874A-3DD0-4338-91C3-4A65621A3E8D}"/>
              </a:ext>
            </a:extLst>
          </p:cNvPr>
          <p:cNvSpPr>
            <a:spLocks xmlns:a="http://schemas.openxmlformats.org/drawingml/2006/main" noGrp="1"/>
          </p:cNvSpPr>
          <p:nvPr/>
        </p:nvSpPr>
        <p:spPr>
          <a:xfrm xmlns:a="http://schemas.openxmlformats.org/drawingml/2006/main">
            <a:off x="8039100" y="5219700"/>
            <a:ext cx="15811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0B0B0B"/>
                </a:solidFill>
                <a:latin typeface="Arial"/>
                <a:ea typeface="Arial"/>
                <a:cs typeface="Arial"/>
              </a:defRPr>
            </a:pPr>
            <a:r>
              <a:rPr sz="975" b="1">
                <a:solidFill>
                  <a:srgbClr val="0B0B0B"/>
                </a:solidFill>
                <a:latin typeface="Arial"/>
                <a:ea typeface="Arial"/>
                <a:cs typeface="Arial"/>
              </a:rPr>
              <a:t>Attribution dan submission ID ikut tersimpan</a:t>
            </a:r>
          </a:p>
        </p:txBody>
      </p:sp>
      <p:sp>
        <p:nvSpPr>
          <p:cNvPr id="32" name="">
            <a:extLst xmlns:a="http://schemas.openxmlformats.org/drawingml/2006/main">
              <a:ext uri="{FF2B5EF4-FFF2-40B4-BE49-F238E27FC236}">
                <a16:creationId xmlns:a16="http://schemas.microsoft.com/office/drawing/2014/main" id="{2C842CD5-2064-49BA-84D4-5177AB4D7082}"/>
              </a:ext>
            </a:extLst>
          </p:cNvPr>
          <p:cNvSpPr>
            <a:spLocks xmlns:a="http://schemas.openxmlformats.org/drawingml/2006/main" noGrp="1"/>
          </p:cNvSpPr>
          <p:nvPr/>
        </p:nvSpPr>
        <p:spPr>
          <a:xfrm xmlns:a="http://schemas.openxmlformats.org/drawingml/2006/main" rot="0">
            <a:off x="9677400" y="5238750"/>
            <a:ext cx="171450" cy="171450"/>
          </a:xfrm>
          <a:prstGeom xmlns:a="http://schemas.openxmlformats.org/drawingml/2006/main" prst="ellipse">
            <a:avLst/>
          </a:prstGeom>
          <a:solidFill xmlns:a="http://schemas.openxmlformats.org/drawingml/2006/main">
            <a:srgbClr val="237A57"/>
          </a:solidFill>
          <a:ln xmlns:a="http://schemas.openxmlformats.org/drawingml/2006/main" w="0">
            <a:solidFill>
              <a:srgbClr val="237A57"/>
            </a:solidFill>
            <a:prstDash val="solid"/>
          </a:ln>
        </p:spPr>
      </p:sp>
      <p:sp>
        <p:nvSpPr>
          <p:cNvPr id="33" name="">
            <a:extLst xmlns:a="http://schemas.openxmlformats.org/drawingml/2006/main">
              <a:ext uri="{FF2B5EF4-FFF2-40B4-BE49-F238E27FC236}">
                <a16:creationId xmlns:a16="http://schemas.microsoft.com/office/drawing/2014/main" id="{620203A3-CA12-42D4-99C2-9971005A3167}"/>
              </a:ext>
            </a:extLst>
          </p:cNvPr>
          <p:cNvSpPr>
            <a:spLocks xmlns:a="http://schemas.openxmlformats.org/drawingml/2006/main" noGrp="1"/>
          </p:cNvSpPr>
          <p:nvPr/>
        </p:nvSpPr>
        <p:spPr>
          <a:xfrm xmlns:a="http://schemas.openxmlformats.org/drawingml/2006/main">
            <a:off x="9677400" y="5257800"/>
            <a:ext cx="1714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825" b="1">
                <a:solidFill>
                  <a:srgbClr val="FFFFFF"/>
                </a:solidFill>
                <a:latin typeface="Arial"/>
                <a:ea typeface="Arial"/>
                <a:cs typeface="Arial"/>
              </a:defRPr>
            </a:pPr>
            <a:r>
              <a:rPr sz="825" b="1">
                <a:solidFill>
                  <a:srgbClr val="FFFFFF"/>
                </a:solidFill>
                <a:latin typeface="Arial"/>
                <a:ea typeface="Arial"/>
                <a:cs typeface="Arial"/>
              </a:rPr>
              <a:t>✓</a:t>
            </a:r>
          </a:p>
        </p:txBody>
      </p:sp>
      <p:sp>
        <p:nvSpPr>
          <p:cNvPr id="34" name="">
            <a:extLst xmlns:a="http://schemas.openxmlformats.org/drawingml/2006/main">
              <a:ext uri="{FF2B5EF4-FFF2-40B4-BE49-F238E27FC236}">
                <a16:creationId xmlns:a16="http://schemas.microsoft.com/office/drawing/2014/main" id="{808B2F15-77FE-4595-94B7-1A828D1FE048}"/>
              </a:ext>
            </a:extLst>
          </p:cNvPr>
          <p:cNvSpPr>
            <a:spLocks xmlns:a="http://schemas.openxmlformats.org/drawingml/2006/main" noGrp="1"/>
          </p:cNvSpPr>
          <p:nvPr/>
        </p:nvSpPr>
        <p:spPr>
          <a:xfrm xmlns:a="http://schemas.openxmlformats.org/drawingml/2006/main">
            <a:off x="9925050" y="5219700"/>
            <a:ext cx="15811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0B0B0B"/>
                </a:solidFill>
                <a:latin typeface="Arial"/>
                <a:ea typeface="Arial"/>
                <a:cs typeface="Arial"/>
              </a:defRPr>
            </a:pPr>
            <a:r>
              <a:rPr sz="975" b="1">
                <a:solidFill>
                  <a:srgbClr val="0B0B0B"/>
                </a:solidFill>
                <a:latin typeface="Arial"/>
                <a:ea typeface="Arial"/>
                <a:cs typeface="Arial"/>
              </a:rPr>
              <a:t>Consultant menerima konteks sebelum follow-up</a:t>
            </a:r>
          </a:p>
        </p:txBody>
      </p:sp>
      <p:sp>
        <p:nvSpPr>
          <p:cNvPr id="35" name="">
            <a:extLst xmlns:a="http://schemas.openxmlformats.org/drawingml/2006/main">
              <a:ext uri="{FF2B5EF4-FFF2-40B4-BE49-F238E27FC236}">
                <a16:creationId xmlns:a16="http://schemas.microsoft.com/office/drawing/2014/main" id="{01821D16-3B51-4298-92CE-2241B39F6A05}"/>
              </a:ext>
            </a:extLst>
          </p:cNvPr>
          <p:cNvSpPr>
            <a:spLocks xmlns:a="http://schemas.openxmlformats.org/drawingml/2006/main" noGrp="1"/>
          </p:cNvSpPr>
          <p:nvPr/>
        </p:nvSpPr>
        <p:spPr>
          <a:xfrm xmlns:a="http://schemas.openxmlformats.org/drawingml/2006/main">
            <a:off x="5905500" y="59436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0">
                <a:solidFill>
                  <a:srgbClr val="5F5E5A"/>
                </a:solidFill>
                <a:latin typeface="Arial"/>
                <a:ea typeface="Arial"/>
                <a:cs typeface="Arial"/>
              </a:defRPr>
            </a:pPr>
            <a:r>
              <a:rPr sz="900" b="0">
                <a:solidFill>
                  <a:srgbClr val="5F5E5A"/>
                </a:solidFill>
                <a:latin typeface="Arial"/>
                <a:ea typeface="Arial"/>
                <a:cs typeface="Arial"/>
              </a:rPr>
              <a:t>Catatan: scoring dan routing sudah ada di backend; rule final tetap perlu persetujuan sales.</a:t>
            </a:r>
          </a:p>
        </p:txBody>
      </p:sp>
    </p:spTree>
    <p:extLst>
      <p:ext uri="{BB962C8B-B14F-4D97-AF65-F5344CB8AC3E}">
        <p14:creationId xmlns:p14="http://schemas.microsoft.com/office/powerpoint/2010/main" val="75910409"/>
      </p:ext>
    </p:extLst>
  </p:cSld>
</p:sld>
</file>

<file path=ppt/slides/slide11.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7531C5C8-9183-43BD-A241-B7D9CFF8DEA1}"/>
              </a:ext>
            </a:extLst>
          </p:cNvPr>
          <p:cNvSpPr>
            <a:spLocks xmlns:a="http://schemas.openxmlformats.org/drawingml/2006/main" noGrp="1"/>
          </p:cNvSpPr>
          <p:nvPr/>
        </p:nvSpPr>
        <p:spPr>
          <a:xfrm xmlns:a="http://schemas.openxmlformats.org/drawingml/2006/main" rot="0">
            <a:off x="0" y="0"/>
            <a:ext cx="12192000" cy="76200"/>
          </a:xfrm>
          <a:prstGeom xmlns:a="http://schemas.openxmlformats.org/drawingml/2006/main" prst="rect">
            <a:avLst/>
          </a:prstGeom>
          <a:solidFill xmlns:a="http://schemas.openxmlformats.org/drawingml/2006/main">
            <a:srgbClr val="C6281C"/>
          </a:solidFill>
          <a:ln xmlns:a="http://schemas.openxmlformats.org/drawingml/2006/main" w="0">
            <a:solidFill>
              <a:srgbClr val="C6281C"/>
            </a:solidFill>
            <a:prstDash val="solid"/>
          </a:ln>
        </p:spPr>
      </p:sp>
      <p:sp>
        <p:nvSpPr>
          <p:cNvPr id="2" name="">
            <a:extLst xmlns:a="http://schemas.openxmlformats.org/drawingml/2006/main">
              <a:ext uri="{FF2B5EF4-FFF2-40B4-BE49-F238E27FC236}">
                <a16:creationId xmlns:a16="http://schemas.microsoft.com/office/drawing/2014/main" id="{B5281FB2-B113-426F-A986-D18F34869773}"/>
              </a:ext>
            </a:extLst>
          </p:cNvPr>
          <p:cNvSpPr>
            <a:spLocks xmlns:a="http://schemas.openxmlformats.org/drawingml/2006/main" noGrp="1"/>
          </p:cNvSpPr>
          <p:nvPr/>
        </p:nvSpPr>
        <p:spPr>
          <a:xfrm xmlns:a="http://schemas.openxmlformats.org/drawingml/2006/main">
            <a:off x="457200" y="247650"/>
            <a:ext cx="3048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1">
                <a:solidFill>
                  <a:srgbClr val="C6281C"/>
                </a:solidFill>
                <a:latin typeface="Arial"/>
                <a:ea typeface="Arial"/>
                <a:cs typeface="Arial"/>
              </a:defRPr>
            </a:pPr>
            <a:r>
              <a:rPr sz="825" b="1">
                <a:solidFill>
                  <a:srgbClr val="C6281C"/>
                </a:solidFill>
                <a:latin typeface="Arial"/>
                <a:ea typeface="Arial"/>
                <a:cs typeface="Arial"/>
              </a:rPr>
              <a:t>RELEASE DECISION</a:t>
            </a:r>
          </a:p>
        </p:txBody>
      </p:sp>
      <p:sp>
        <p:nvSpPr>
          <p:cNvPr id="3" name="">
            <a:extLst xmlns:a="http://schemas.openxmlformats.org/drawingml/2006/main">
              <a:ext uri="{FF2B5EF4-FFF2-40B4-BE49-F238E27FC236}">
                <a16:creationId xmlns:a16="http://schemas.microsoft.com/office/drawing/2014/main" id="{BCE4FF62-23F3-45E1-89C8-3ED159F7BF58}"/>
              </a:ext>
            </a:extLst>
          </p:cNvPr>
          <p:cNvSpPr>
            <a:spLocks xmlns:a="http://schemas.openxmlformats.org/drawingml/2006/main" noGrp="1"/>
          </p:cNvSpPr>
          <p:nvPr/>
        </p:nvSpPr>
        <p:spPr>
          <a:xfrm xmlns:a="http://schemas.openxmlformats.org/drawingml/2006/main">
            <a:off x="457200" y="4762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850" b="1">
                <a:solidFill>
                  <a:srgbClr val="0B0B0B"/>
                </a:solidFill>
                <a:latin typeface="Arial"/>
                <a:ea typeface="Arial"/>
                <a:cs typeface="Arial"/>
              </a:defRPr>
            </a:pPr>
            <a:r>
              <a:rPr sz="2850" b="1">
                <a:solidFill>
                  <a:srgbClr val="0B0B0B"/>
                </a:solidFill>
                <a:latin typeface="Arial"/>
                <a:ea typeface="Arial"/>
                <a:cs typeface="Arial"/>
              </a:rPr>
              <a:t>Redesign selesai; nilai bisnisnya dibuktikan di staging</a:t>
            </a:r>
          </a:p>
        </p:txBody>
      </p:sp>
      <p:sp>
        <p:nvSpPr>
          <p:cNvPr id="4" name="">
            <a:extLst xmlns:a="http://schemas.openxmlformats.org/drawingml/2006/main">
              <a:ext uri="{FF2B5EF4-FFF2-40B4-BE49-F238E27FC236}">
                <a16:creationId xmlns:a16="http://schemas.microsoft.com/office/drawing/2014/main" id="{FC3CD82D-901F-4CB1-8879-4069AB532D7E}"/>
              </a:ext>
            </a:extLst>
          </p:cNvPr>
          <p:cNvSpPr>
            <a:spLocks xmlns:a="http://schemas.openxmlformats.org/drawingml/2006/main" noGrp="1"/>
          </p:cNvSpPr>
          <p:nvPr/>
        </p:nvSpPr>
        <p:spPr>
          <a:xfrm xmlns:a="http://schemas.openxmlformats.org/drawingml/2006/main" rot="0">
            <a:off x="457200" y="6505575"/>
            <a:ext cx="1127760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5" name="">
            <a:extLst xmlns:a="http://schemas.openxmlformats.org/drawingml/2006/main">
              <a:ext uri="{FF2B5EF4-FFF2-40B4-BE49-F238E27FC236}">
                <a16:creationId xmlns:a16="http://schemas.microsoft.com/office/drawing/2014/main" id="{4A729675-1C7F-49C1-96B8-6452D19BC3BC}"/>
              </a:ext>
            </a:extLst>
          </p:cNvPr>
          <p:cNvSpPr>
            <a:spLocks xmlns:a="http://schemas.openxmlformats.org/drawingml/2006/main" noGrp="1"/>
          </p:cNvSpPr>
          <p:nvPr/>
        </p:nvSpPr>
        <p:spPr>
          <a:xfrm xmlns:a="http://schemas.openxmlformats.org/drawingml/2006/main">
            <a:off x="457200" y="6591300"/>
            <a:ext cx="4000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1">
                <a:solidFill>
                  <a:srgbClr val="5F5E5A"/>
                </a:solidFill>
                <a:latin typeface="Arial"/>
                <a:ea typeface="Arial"/>
                <a:cs typeface="Arial"/>
              </a:defRPr>
            </a:pPr>
            <a:r>
              <a:rPr sz="750" b="1">
                <a:solidFill>
                  <a:srgbClr val="5F5E5A"/>
                </a:solidFill>
                <a:latin typeface="Arial"/>
                <a:ea typeface="Arial"/>
                <a:cs typeface="Arial"/>
              </a:rPr>
              <a:t>PITCAR ACADEMY • BEFORE / AFTER</a:t>
            </a:r>
          </a:p>
        </p:txBody>
      </p:sp>
      <p:sp>
        <p:nvSpPr>
          <p:cNvPr id="6" name="">
            <a:extLst xmlns:a="http://schemas.openxmlformats.org/drawingml/2006/main">
              <a:ext uri="{FF2B5EF4-FFF2-40B4-BE49-F238E27FC236}">
                <a16:creationId xmlns:a16="http://schemas.microsoft.com/office/drawing/2014/main" id="{88BED33C-42BF-4E4B-B2C9-FB81FBEADBD7}"/>
              </a:ext>
            </a:extLst>
          </p:cNvPr>
          <p:cNvSpPr>
            <a:spLocks xmlns:a="http://schemas.openxmlformats.org/drawingml/2006/main" noGrp="1"/>
          </p:cNvSpPr>
          <p:nvPr/>
        </p:nvSpPr>
        <p:spPr>
          <a:xfrm xmlns:a="http://schemas.openxmlformats.org/drawingml/2006/main">
            <a:off x="11239500" y="6591300"/>
            <a:ext cx="4953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750" b="1">
                <a:solidFill>
                  <a:srgbClr val="5F5E5A"/>
                </a:solidFill>
                <a:latin typeface="Arial"/>
                <a:ea typeface="Arial"/>
                <a:cs typeface="Arial"/>
              </a:defRPr>
            </a:pPr>
            <a:r>
              <a:rPr sz="750" b="1">
                <a:solidFill>
                  <a:srgbClr val="5F5E5A"/>
                </a:solidFill>
                <a:latin typeface="Arial"/>
                <a:ea typeface="Arial"/>
                <a:cs typeface="Arial"/>
              </a:rPr>
              <a:t>11</a:t>
            </a:r>
          </a:p>
        </p:txBody>
      </p:sp>
      <p:sp>
        <p:nvSpPr>
          <p:cNvPr id="7" name="">
            <a:extLst xmlns:a="http://schemas.openxmlformats.org/drawingml/2006/main">
              <a:ext uri="{FF2B5EF4-FFF2-40B4-BE49-F238E27FC236}">
                <a16:creationId xmlns:a16="http://schemas.microsoft.com/office/drawing/2014/main" id="{84548082-05EC-4EF3-931C-1038EB64CC1C}"/>
              </a:ext>
            </a:extLst>
          </p:cNvPr>
          <p:cNvSpPr>
            <a:spLocks xmlns:a="http://schemas.openxmlformats.org/drawingml/2006/main" noGrp="1"/>
          </p:cNvSpPr>
          <p:nvPr/>
        </p:nvSpPr>
        <p:spPr>
          <a:xfrm xmlns:a="http://schemas.openxmlformats.org/drawingml/2006/main">
            <a:off x="571500" y="12192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237A57"/>
                </a:solidFill>
                <a:latin typeface="Arial"/>
                <a:ea typeface="Arial"/>
                <a:cs typeface="Arial"/>
              </a:defRPr>
            </a:pPr>
            <a:r>
              <a:rPr sz="1350" b="1">
                <a:solidFill>
                  <a:srgbClr val="237A57"/>
                </a:solidFill>
                <a:latin typeface="Arial"/>
                <a:ea typeface="Arial"/>
                <a:cs typeface="Arial"/>
              </a:rPr>
              <a:t>Yang sudah siap</a:t>
            </a:r>
          </a:p>
        </p:txBody>
      </p:sp>
      <p:sp>
        <p:nvSpPr>
          <p:cNvPr id="8" name="">
            <a:extLst xmlns:a="http://schemas.openxmlformats.org/drawingml/2006/main">
              <a:ext uri="{FF2B5EF4-FFF2-40B4-BE49-F238E27FC236}">
                <a16:creationId xmlns:a16="http://schemas.microsoft.com/office/drawing/2014/main" id="{786DB3B2-4E42-4C73-BD2D-681E28EFAE65}"/>
              </a:ext>
            </a:extLst>
          </p:cNvPr>
          <p:cNvSpPr>
            <a:spLocks xmlns:a="http://schemas.openxmlformats.org/drawingml/2006/main" noGrp="1"/>
          </p:cNvSpPr>
          <p:nvPr/>
        </p:nvSpPr>
        <p:spPr>
          <a:xfrm xmlns:a="http://schemas.openxmlformats.org/drawingml/2006/main" rot="0">
            <a:off x="590550" y="1676400"/>
            <a:ext cx="171450" cy="171450"/>
          </a:xfrm>
          <a:prstGeom xmlns:a="http://schemas.openxmlformats.org/drawingml/2006/main" prst="ellipse">
            <a:avLst/>
          </a:prstGeom>
          <a:solidFill xmlns:a="http://schemas.openxmlformats.org/drawingml/2006/main">
            <a:srgbClr val="237A57"/>
          </a:solidFill>
          <a:ln xmlns:a="http://schemas.openxmlformats.org/drawingml/2006/main" w="0">
            <a:solidFill>
              <a:srgbClr val="237A57"/>
            </a:solidFill>
            <a:prstDash val="solid"/>
          </a:ln>
        </p:spPr>
      </p:sp>
      <p:sp>
        <p:nvSpPr>
          <p:cNvPr id="9" name="">
            <a:extLst xmlns:a="http://schemas.openxmlformats.org/drawingml/2006/main">
              <a:ext uri="{FF2B5EF4-FFF2-40B4-BE49-F238E27FC236}">
                <a16:creationId xmlns:a16="http://schemas.microsoft.com/office/drawing/2014/main" id="{4F914DB6-0D8B-4528-8545-314802AE6CB8}"/>
              </a:ext>
            </a:extLst>
          </p:cNvPr>
          <p:cNvSpPr>
            <a:spLocks xmlns:a="http://schemas.openxmlformats.org/drawingml/2006/main" noGrp="1"/>
          </p:cNvSpPr>
          <p:nvPr/>
        </p:nvSpPr>
        <p:spPr>
          <a:xfrm xmlns:a="http://schemas.openxmlformats.org/drawingml/2006/main">
            <a:off x="590550" y="1695450"/>
            <a:ext cx="1714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825" b="1">
                <a:solidFill>
                  <a:srgbClr val="FFFFFF"/>
                </a:solidFill>
                <a:latin typeface="Arial"/>
                <a:ea typeface="Arial"/>
                <a:cs typeface="Arial"/>
              </a:defRPr>
            </a:pPr>
            <a:r>
              <a:rPr sz="825" b="1">
                <a:solidFill>
                  <a:srgbClr val="FFFFFF"/>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10EFC4F3-9E42-4559-9DCE-7EE69CE5F087}"/>
              </a:ext>
            </a:extLst>
          </p:cNvPr>
          <p:cNvSpPr>
            <a:spLocks xmlns:a="http://schemas.openxmlformats.org/drawingml/2006/main" noGrp="1"/>
          </p:cNvSpPr>
          <p:nvPr/>
        </p:nvSpPr>
        <p:spPr>
          <a:xfrm xmlns:a="http://schemas.openxmlformats.org/drawingml/2006/main">
            <a:off x="914400" y="1657350"/>
            <a:ext cx="409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0B0B0B"/>
                </a:solidFill>
                <a:latin typeface="Arial"/>
                <a:ea typeface="Arial"/>
                <a:cs typeface="Arial"/>
              </a:defRPr>
            </a:pPr>
            <a:r>
              <a:rPr sz="1275" b="1">
                <a:solidFill>
                  <a:srgbClr val="0B0B0B"/>
                </a:solidFill>
                <a:latin typeface="Arial"/>
                <a:ea typeface="Arial"/>
                <a:cs typeface="Arial"/>
              </a:rPr>
              <a:t>Visual rebuild dan production build berhasil</a:t>
            </a:r>
          </a:p>
        </p:txBody>
      </p:sp>
      <p:sp>
        <p:nvSpPr>
          <p:cNvPr id="11" name="">
            <a:extLst xmlns:a="http://schemas.openxmlformats.org/drawingml/2006/main">
              <a:ext uri="{FF2B5EF4-FFF2-40B4-BE49-F238E27FC236}">
                <a16:creationId xmlns:a16="http://schemas.microsoft.com/office/drawing/2014/main" id="{0BDDC95F-084E-49CB-AE6A-96C78FD42B6F}"/>
              </a:ext>
            </a:extLst>
          </p:cNvPr>
          <p:cNvSpPr>
            <a:spLocks xmlns:a="http://schemas.openxmlformats.org/drawingml/2006/main" noGrp="1"/>
          </p:cNvSpPr>
          <p:nvPr/>
        </p:nvSpPr>
        <p:spPr>
          <a:xfrm xmlns:a="http://schemas.openxmlformats.org/drawingml/2006/main" rot="0">
            <a:off x="590550" y="2171700"/>
            <a:ext cx="445770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12" name="">
            <a:extLst xmlns:a="http://schemas.openxmlformats.org/drawingml/2006/main">
              <a:ext uri="{FF2B5EF4-FFF2-40B4-BE49-F238E27FC236}">
                <a16:creationId xmlns:a16="http://schemas.microsoft.com/office/drawing/2014/main" id="{1487D343-F52B-4B3E-B920-42A2BEFBA365}"/>
              </a:ext>
            </a:extLst>
          </p:cNvPr>
          <p:cNvSpPr>
            <a:spLocks xmlns:a="http://schemas.openxmlformats.org/drawingml/2006/main" noGrp="1"/>
          </p:cNvSpPr>
          <p:nvPr/>
        </p:nvSpPr>
        <p:spPr>
          <a:xfrm xmlns:a="http://schemas.openxmlformats.org/drawingml/2006/main" rot="0">
            <a:off x="590550" y="2419350"/>
            <a:ext cx="171450" cy="171450"/>
          </a:xfrm>
          <a:prstGeom xmlns:a="http://schemas.openxmlformats.org/drawingml/2006/main" prst="ellipse">
            <a:avLst/>
          </a:prstGeom>
          <a:solidFill xmlns:a="http://schemas.openxmlformats.org/drawingml/2006/main">
            <a:srgbClr val="237A57"/>
          </a:solidFill>
          <a:ln xmlns:a="http://schemas.openxmlformats.org/drawingml/2006/main" w="0">
            <a:solidFill>
              <a:srgbClr val="237A57"/>
            </a:solidFill>
            <a:prstDash val="solid"/>
          </a:ln>
        </p:spPr>
      </p:sp>
      <p:sp>
        <p:nvSpPr>
          <p:cNvPr id="13" name="">
            <a:extLst xmlns:a="http://schemas.openxmlformats.org/drawingml/2006/main">
              <a:ext uri="{FF2B5EF4-FFF2-40B4-BE49-F238E27FC236}">
                <a16:creationId xmlns:a16="http://schemas.microsoft.com/office/drawing/2014/main" id="{AF96C817-B740-444F-BE5A-12B231CF434D}"/>
              </a:ext>
            </a:extLst>
          </p:cNvPr>
          <p:cNvSpPr>
            <a:spLocks xmlns:a="http://schemas.openxmlformats.org/drawingml/2006/main" noGrp="1"/>
          </p:cNvSpPr>
          <p:nvPr/>
        </p:nvSpPr>
        <p:spPr>
          <a:xfrm xmlns:a="http://schemas.openxmlformats.org/drawingml/2006/main">
            <a:off x="590550" y="2438400"/>
            <a:ext cx="1714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825" b="1">
                <a:solidFill>
                  <a:srgbClr val="FFFFFF"/>
                </a:solidFill>
                <a:latin typeface="Arial"/>
                <a:ea typeface="Arial"/>
                <a:cs typeface="Arial"/>
              </a:defRPr>
            </a:pPr>
            <a:r>
              <a:rPr sz="825" b="1">
                <a:solidFill>
                  <a:srgbClr val="FFFFFF"/>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1FC99AC0-FFD6-4953-9187-8B8A08C7BFDC}"/>
              </a:ext>
            </a:extLst>
          </p:cNvPr>
          <p:cNvSpPr>
            <a:spLocks xmlns:a="http://schemas.openxmlformats.org/drawingml/2006/main" noGrp="1"/>
          </p:cNvSpPr>
          <p:nvPr/>
        </p:nvSpPr>
        <p:spPr>
          <a:xfrm xmlns:a="http://schemas.openxmlformats.org/drawingml/2006/main">
            <a:off x="914400" y="2400300"/>
            <a:ext cx="409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0B0B0B"/>
                </a:solidFill>
                <a:latin typeface="Arial"/>
                <a:ea typeface="Arial"/>
                <a:cs typeface="Arial"/>
              </a:defRPr>
            </a:pPr>
            <a:r>
              <a:rPr sz="1275" b="1">
                <a:solidFill>
                  <a:srgbClr val="0B0B0B"/>
                </a:solidFill>
                <a:latin typeface="Arial"/>
                <a:ea typeface="Arial"/>
                <a:cs typeface="Arial"/>
              </a:rPr>
              <a:t>Lead API + idempotency + scoring + routing</a:t>
            </a:r>
          </a:p>
        </p:txBody>
      </p:sp>
      <p:sp>
        <p:nvSpPr>
          <p:cNvPr id="15" name="">
            <a:extLst xmlns:a="http://schemas.openxmlformats.org/drawingml/2006/main">
              <a:ext uri="{FF2B5EF4-FFF2-40B4-BE49-F238E27FC236}">
                <a16:creationId xmlns:a16="http://schemas.microsoft.com/office/drawing/2014/main" id="{CC28C856-A7BB-4469-956E-4CBB304E183E}"/>
              </a:ext>
            </a:extLst>
          </p:cNvPr>
          <p:cNvSpPr>
            <a:spLocks xmlns:a="http://schemas.openxmlformats.org/drawingml/2006/main" noGrp="1"/>
          </p:cNvSpPr>
          <p:nvPr/>
        </p:nvSpPr>
        <p:spPr>
          <a:xfrm xmlns:a="http://schemas.openxmlformats.org/drawingml/2006/main" rot="0">
            <a:off x="590550" y="2914650"/>
            <a:ext cx="445770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16" name="">
            <a:extLst xmlns:a="http://schemas.openxmlformats.org/drawingml/2006/main">
              <a:ext uri="{FF2B5EF4-FFF2-40B4-BE49-F238E27FC236}">
                <a16:creationId xmlns:a16="http://schemas.microsoft.com/office/drawing/2014/main" id="{18A16428-3674-49BE-AF65-9C7F4A45CD83}"/>
              </a:ext>
            </a:extLst>
          </p:cNvPr>
          <p:cNvSpPr>
            <a:spLocks xmlns:a="http://schemas.openxmlformats.org/drawingml/2006/main" noGrp="1"/>
          </p:cNvSpPr>
          <p:nvPr/>
        </p:nvSpPr>
        <p:spPr>
          <a:xfrm xmlns:a="http://schemas.openxmlformats.org/drawingml/2006/main" rot="0">
            <a:off x="590550" y="3162300"/>
            <a:ext cx="171450" cy="171450"/>
          </a:xfrm>
          <a:prstGeom xmlns:a="http://schemas.openxmlformats.org/drawingml/2006/main" prst="ellipse">
            <a:avLst/>
          </a:prstGeom>
          <a:solidFill xmlns:a="http://schemas.openxmlformats.org/drawingml/2006/main">
            <a:srgbClr val="237A57"/>
          </a:solidFill>
          <a:ln xmlns:a="http://schemas.openxmlformats.org/drawingml/2006/main" w="0">
            <a:solidFill>
              <a:srgbClr val="237A57"/>
            </a:solidFill>
            <a:prstDash val="solid"/>
          </a:ln>
        </p:spPr>
      </p:sp>
      <p:sp>
        <p:nvSpPr>
          <p:cNvPr id="17" name="">
            <a:extLst xmlns:a="http://schemas.openxmlformats.org/drawingml/2006/main">
              <a:ext uri="{FF2B5EF4-FFF2-40B4-BE49-F238E27FC236}">
                <a16:creationId xmlns:a16="http://schemas.microsoft.com/office/drawing/2014/main" id="{31AEA3F4-4F44-4021-860E-2EECC5ABD027}"/>
              </a:ext>
            </a:extLst>
          </p:cNvPr>
          <p:cNvSpPr>
            <a:spLocks xmlns:a="http://schemas.openxmlformats.org/drawingml/2006/main" noGrp="1"/>
          </p:cNvSpPr>
          <p:nvPr/>
        </p:nvSpPr>
        <p:spPr>
          <a:xfrm xmlns:a="http://schemas.openxmlformats.org/drawingml/2006/main">
            <a:off x="590550" y="3181350"/>
            <a:ext cx="1714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825" b="1">
                <a:solidFill>
                  <a:srgbClr val="FFFFFF"/>
                </a:solidFill>
                <a:latin typeface="Arial"/>
                <a:ea typeface="Arial"/>
                <a:cs typeface="Arial"/>
              </a:defRPr>
            </a:pPr>
            <a:r>
              <a:rPr sz="825" b="1">
                <a:solidFill>
                  <a:srgbClr val="FFFFFF"/>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B80974A9-4199-4B7E-9932-BA5531004B0D}"/>
              </a:ext>
            </a:extLst>
          </p:cNvPr>
          <p:cNvSpPr>
            <a:spLocks xmlns:a="http://schemas.openxmlformats.org/drawingml/2006/main" noGrp="1"/>
          </p:cNvSpPr>
          <p:nvPr/>
        </p:nvSpPr>
        <p:spPr>
          <a:xfrm xmlns:a="http://schemas.openxmlformats.org/drawingml/2006/main">
            <a:off x="914400" y="3143250"/>
            <a:ext cx="409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0B0B0B"/>
                </a:solidFill>
                <a:latin typeface="Arial"/>
                <a:ea typeface="Arial"/>
                <a:cs typeface="Arial"/>
              </a:defRPr>
            </a:pPr>
            <a:r>
              <a:rPr sz="1275" b="1">
                <a:solidFill>
                  <a:srgbClr val="0B0B0B"/>
                </a:solidFill>
                <a:latin typeface="Arial"/>
                <a:ea typeface="Arial"/>
                <a:cs typeface="Arial"/>
              </a:rPr>
              <a:t>Dashboard Filament untuk pipeline sales</a:t>
            </a:r>
          </a:p>
        </p:txBody>
      </p:sp>
      <p:sp>
        <p:nvSpPr>
          <p:cNvPr id="19" name="">
            <a:extLst xmlns:a="http://schemas.openxmlformats.org/drawingml/2006/main">
              <a:ext uri="{FF2B5EF4-FFF2-40B4-BE49-F238E27FC236}">
                <a16:creationId xmlns:a16="http://schemas.microsoft.com/office/drawing/2014/main" id="{D6502C8F-B261-492B-BBF0-85A04D05D41E}"/>
              </a:ext>
            </a:extLst>
          </p:cNvPr>
          <p:cNvSpPr>
            <a:spLocks xmlns:a="http://schemas.openxmlformats.org/drawingml/2006/main" noGrp="1"/>
          </p:cNvSpPr>
          <p:nvPr/>
        </p:nvSpPr>
        <p:spPr>
          <a:xfrm xmlns:a="http://schemas.openxmlformats.org/drawingml/2006/main" rot="0">
            <a:off x="590550" y="3657600"/>
            <a:ext cx="445770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20" name="">
            <a:extLst xmlns:a="http://schemas.openxmlformats.org/drawingml/2006/main">
              <a:ext uri="{FF2B5EF4-FFF2-40B4-BE49-F238E27FC236}">
                <a16:creationId xmlns:a16="http://schemas.microsoft.com/office/drawing/2014/main" id="{55335195-31DA-403A-8FC3-C210784AAE3B}"/>
              </a:ext>
            </a:extLst>
          </p:cNvPr>
          <p:cNvSpPr>
            <a:spLocks xmlns:a="http://schemas.openxmlformats.org/drawingml/2006/main" noGrp="1"/>
          </p:cNvSpPr>
          <p:nvPr/>
        </p:nvSpPr>
        <p:spPr>
          <a:xfrm xmlns:a="http://schemas.openxmlformats.org/drawingml/2006/main" rot="0">
            <a:off x="590550" y="3905250"/>
            <a:ext cx="171450" cy="171450"/>
          </a:xfrm>
          <a:prstGeom xmlns:a="http://schemas.openxmlformats.org/drawingml/2006/main" prst="ellipse">
            <a:avLst/>
          </a:prstGeom>
          <a:solidFill xmlns:a="http://schemas.openxmlformats.org/drawingml/2006/main">
            <a:srgbClr val="237A57"/>
          </a:solidFill>
          <a:ln xmlns:a="http://schemas.openxmlformats.org/drawingml/2006/main" w="0">
            <a:solidFill>
              <a:srgbClr val="237A57"/>
            </a:solidFill>
            <a:prstDash val="solid"/>
          </a:ln>
        </p:spPr>
      </p:sp>
      <p:sp>
        <p:nvSpPr>
          <p:cNvPr id="21" name="">
            <a:extLst xmlns:a="http://schemas.openxmlformats.org/drawingml/2006/main">
              <a:ext uri="{FF2B5EF4-FFF2-40B4-BE49-F238E27FC236}">
                <a16:creationId xmlns:a16="http://schemas.microsoft.com/office/drawing/2014/main" id="{60497408-3D12-42CA-B273-3D0384126CC6}"/>
              </a:ext>
            </a:extLst>
          </p:cNvPr>
          <p:cNvSpPr>
            <a:spLocks xmlns:a="http://schemas.openxmlformats.org/drawingml/2006/main" noGrp="1"/>
          </p:cNvSpPr>
          <p:nvPr/>
        </p:nvSpPr>
        <p:spPr>
          <a:xfrm xmlns:a="http://schemas.openxmlformats.org/drawingml/2006/main">
            <a:off x="590550" y="3924300"/>
            <a:ext cx="1714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825" b="1">
                <a:solidFill>
                  <a:srgbClr val="FFFFFF"/>
                </a:solidFill>
                <a:latin typeface="Arial"/>
                <a:ea typeface="Arial"/>
                <a:cs typeface="Arial"/>
              </a:defRPr>
            </a:pPr>
            <a:r>
              <a:rPr sz="825" b="1">
                <a:solidFill>
                  <a:srgbClr val="FFFFFF"/>
                </a:solidFill>
                <a:latin typeface="Arial"/>
                <a:ea typeface="Arial"/>
                <a:cs typeface="Arial"/>
              </a:rPr>
              <a:t>✓</a:t>
            </a:r>
          </a:p>
        </p:txBody>
      </p:sp>
      <p:sp>
        <p:nvSpPr>
          <p:cNvPr id="22" name="">
            <a:extLst xmlns:a="http://schemas.openxmlformats.org/drawingml/2006/main">
              <a:ext uri="{FF2B5EF4-FFF2-40B4-BE49-F238E27FC236}">
                <a16:creationId xmlns:a16="http://schemas.microsoft.com/office/drawing/2014/main" id="{AB5030A6-5B88-4C8E-9114-F7AC45F5F4B1}"/>
              </a:ext>
            </a:extLst>
          </p:cNvPr>
          <p:cNvSpPr>
            <a:spLocks xmlns:a="http://schemas.openxmlformats.org/drawingml/2006/main" noGrp="1"/>
          </p:cNvSpPr>
          <p:nvPr/>
        </p:nvSpPr>
        <p:spPr>
          <a:xfrm xmlns:a="http://schemas.openxmlformats.org/drawingml/2006/main">
            <a:off x="914400" y="3886200"/>
            <a:ext cx="409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0B0B0B"/>
                </a:solidFill>
                <a:latin typeface="Arial"/>
                <a:ea typeface="Arial"/>
                <a:cs typeface="Arial"/>
              </a:defRPr>
            </a:pPr>
            <a:r>
              <a:rPr sz="1275" b="1">
                <a:solidFill>
                  <a:srgbClr val="0B0B0B"/>
                </a:solidFill>
                <a:latin typeface="Arial"/>
                <a:ea typeface="Arial"/>
                <a:cs typeface="Arial"/>
              </a:rPr>
              <a:t>SEO teknis dan 8 event funnel</a:t>
            </a:r>
          </a:p>
        </p:txBody>
      </p:sp>
      <p:sp>
        <p:nvSpPr>
          <p:cNvPr id="23" name="">
            <a:extLst xmlns:a="http://schemas.openxmlformats.org/drawingml/2006/main">
              <a:ext uri="{FF2B5EF4-FFF2-40B4-BE49-F238E27FC236}">
                <a16:creationId xmlns:a16="http://schemas.microsoft.com/office/drawing/2014/main" id="{AE79F550-F24A-436F-8B81-549C7F7F79C6}"/>
              </a:ext>
            </a:extLst>
          </p:cNvPr>
          <p:cNvSpPr>
            <a:spLocks xmlns:a="http://schemas.openxmlformats.org/drawingml/2006/main" noGrp="1"/>
          </p:cNvSpPr>
          <p:nvPr/>
        </p:nvSpPr>
        <p:spPr>
          <a:xfrm xmlns:a="http://schemas.openxmlformats.org/drawingml/2006/main" rot="0">
            <a:off x="5448300" y="1143000"/>
            <a:ext cx="6191250" cy="4229100"/>
          </a:xfrm>
          <a:prstGeom xmlns:a="http://schemas.openxmlformats.org/drawingml/2006/main" prst="roundRect">
            <a:avLst>
              <a:gd name="adj" fmla="val 2252"/>
            </a:avLst>
          </a:prstGeom>
          <a:solidFill xmlns:a="http://schemas.openxmlformats.org/drawingml/2006/main">
            <a:srgbClr val="17191F"/>
          </a:solidFill>
          <a:ln xmlns:a="http://schemas.openxmlformats.org/drawingml/2006/main" w="0">
            <a:solidFill>
              <a:srgbClr val="17191F"/>
            </a:solidFill>
            <a:prstDash val="solid"/>
          </a:ln>
        </p:spPr>
      </p:sp>
      <p:sp>
        <p:nvSpPr>
          <p:cNvPr id="24" name="">
            <a:extLst xmlns:a="http://schemas.openxmlformats.org/drawingml/2006/main">
              <a:ext uri="{FF2B5EF4-FFF2-40B4-BE49-F238E27FC236}">
                <a16:creationId xmlns:a16="http://schemas.microsoft.com/office/drawing/2014/main" id="{5E600138-60C0-4DE0-838A-CEC751B0ACA2}"/>
              </a:ext>
            </a:extLst>
          </p:cNvPr>
          <p:cNvSpPr>
            <a:spLocks xmlns:a="http://schemas.openxmlformats.org/drawingml/2006/main" noGrp="1"/>
          </p:cNvSpPr>
          <p:nvPr/>
        </p:nvSpPr>
        <p:spPr>
          <a:xfrm xmlns:a="http://schemas.openxmlformats.org/drawingml/2006/main">
            <a:off x="5753100" y="14478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F39A8F"/>
                </a:solidFill>
                <a:latin typeface="Arial"/>
                <a:ea typeface="Arial"/>
                <a:cs typeface="Arial"/>
              </a:defRPr>
            </a:pPr>
            <a:r>
              <a:rPr sz="900" b="1">
                <a:solidFill>
                  <a:srgbClr val="F39A8F"/>
                </a:solidFill>
                <a:latin typeface="Arial"/>
                <a:ea typeface="Arial"/>
                <a:cs typeface="Arial"/>
              </a:rPr>
              <a:t>SEBELUM PRODUCTION</a:t>
            </a:r>
          </a:p>
        </p:txBody>
      </p:sp>
      <p:sp>
        <p:nvSpPr>
          <p:cNvPr id="25" name="">
            <a:extLst xmlns:a="http://schemas.openxmlformats.org/drawingml/2006/main">
              <a:ext uri="{FF2B5EF4-FFF2-40B4-BE49-F238E27FC236}">
                <a16:creationId xmlns:a16="http://schemas.microsoft.com/office/drawing/2014/main" id="{6B9FF7D4-FF37-4D41-983D-DEB62B1E0EF6}"/>
              </a:ext>
            </a:extLst>
          </p:cNvPr>
          <p:cNvSpPr>
            <a:spLocks xmlns:a="http://schemas.openxmlformats.org/drawingml/2006/main" noGrp="1"/>
          </p:cNvSpPr>
          <p:nvPr/>
        </p:nvSpPr>
        <p:spPr>
          <a:xfrm xmlns:a="http://schemas.openxmlformats.org/drawingml/2006/main" rot="0">
            <a:off x="5753100" y="1905000"/>
            <a:ext cx="381000" cy="381000"/>
          </a:xfrm>
          <a:prstGeom xmlns:a="http://schemas.openxmlformats.org/drawingml/2006/main" prst="ellipse">
            <a:avLst/>
          </a:prstGeom>
          <a:solidFill xmlns:a="http://schemas.openxmlformats.org/drawingml/2006/main">
            <a:srgbClr val="C6281C"/>
          </a:solidFill>
          <a:ln xmlns:a="http://schemas.openxmlformats.org/drawingml/2006/main" w="0">
            <a:solidFill>
              <a:srgbClr val="C6281C"/>
            </a:solidFill>
            <a:prstDash val="solid"/>
          </a:ln>
        </p:spPr>
      </p:sp>
      <p:sp>
        <p:nvSpPr>
          <p:cNvPr id="26" name="">
            <a:extLst xmlns:a="http://schemas.openxmlformats.org/drawingml/2006/main">
              <a:ext uri="{FF2B5EF4-FFF2-40B4-BE49-F238E27FC236}">
                <a16:creationId xmlns:a16="http://schemas.microsoft.com/office/drawing/2014/main" id="{D14EB8B0-6188-4753-ADF3-2B520B61154B}"/>
              </a:ext>
            </a:extLst>
          </p:cNvPr>
          <p:cNvSpPr>
            <a:spLocks xmlns:a="http://schemas.openxmlformats.org/drawingml/2006/main" noGrp="1"/>
          </p:cNvSpPr>
          <p:nvPr/>
        </p:nvSpPr>
        <p:spPr>
          <a:xfrm xmlns:a="http://schemas.openxmlformats.org/drawingml/2006/main">
            <a:off x="5753100" y="200025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975" b="1">
                <a:solidFill>
                  <a:srgbClr val="FFFFFF"/>
                </a:solidFill>
                <a:latin typeface="Arial"/>
                <a:ea typeface="Arial"/>
                <a:cs typeface="Arial"/>
              </a:defRPr>
            </a:pPr>
            <a:r>
              <a:rPr sz="975" b="1">
                <a:solidFill>
                  <a:srgbClr val="FFFFFF"/>
                </a:solidFill>
                <a:latin typeface="Arial"/>
                <a:ea typeface="Arial"/>
                <a:cs typeface="Arial"/>
              </a:rPr>
              <a:t>1</a:t>
            </a:r>
          </a:p>
        </p:txBody>
      </p:sp>
      <p:sp>
        <p:nvSpPr>
          <p:cNvPr id="27" name="">
            <a:extLst xmlns:a="http://schemas.openxmlformats.org/drawingml/2006/main">
              <a:ext uri="{FF2B5EF4-FFF2-40B4-BE49-F238E27FC236}">
                <a16:creationId xmlns:a16="http://schemas.microsoft.com/office/drawing/2014/main" id="{46074635-E68D-423D-8650-EFB583F8353B}"/>
              </a:ext>
            </a:extLst>
          </p:cNvPr>
          <p:cNvSpPr>
            <a:spLocks xmlns:a="http://schemas.openxmlformats.org/drawingml/2006/main" noGrp="1"/>
          </p:cNvSpPr>
          <p:nvPr/>
        </p:nvSpPr>
        <p:spPr>
          <a:xfrm xmlns:a="http://schemas.openxmlformats.org/drawingml/2006/main">
            <a:off x="6305550" y="18859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1">
                <a:solidFill>
                  <a:srgbClr val="FFFFFF"/>
                </a:solidFill>
                <a:latin typeface="Arial"/>
                <a:ea typeface="Arial"/>
                <a:cs typeface="Arial"/>
              </a:defRPr>
            </a:pPr>
            <a:r>
              <a:rPr sz="1500" b="1">
                <a:solidFill>
                  <a:srgbClr val="FFFFFF"/>
                </a:solidFill>
                <a:latin typeface="Arial"/>
                <a:ea typeface="Arial"/>
                <a:cs typeface="Arial"/>
              </a:rPr>
              <a:t>Hubungkan sistem</a:t>
            </a:r>
          </a:p>
        </p:txBody>
      </p:sp>
      <p:sp>
        <p:nvSpPr>
          <p:cNvPr id="28" name="">
            <a:extLst xmlns:a="http://schemas.openxmlformats.org/drawingml/2006/main">
              <a:ext uri="{FF2B5EF4-FFF2-40B4-BE49-F238E27FC236}">
                <a16:creationId xmlns:a16="http://schemas.microsoft.com/office/drawing/2014/main" id="{965AD4CB-8798-4778-B89F-DD0FAD646C26}"/>
              </a:ext>
            </a:extLst>
          </p:cNvPr>
          <p:cNvSpPr>
            <a:spLocks xmlns:a="http://schemas.openxmlformats.org/drawingml/2006/main" noGrp="1"/>
          </p:cNvSpPr>
          <p:nvPr/>
        </p:nvSpPr>
        <p:spPr>
          <a:xfrm xmlns:a="http://schemas.openxmlformats.org/drawingml/2006/main">
            <a:off x="6305550" y="2181225"/>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0">
                <a:solidFill>
                  <a:srgbClr val="D7D6D2"/>
                </a:solidFill>
                <a:latin typeface="Arial"/>
                <a:ea typeface="Arial"/>
                <a:cs typeface="Arial"/>
              </a:defRPr>
            </a:pPr>
            <a:r>
              <a:rPr sz="1050" b="0">
                <a:solidFill>
                  <a:srgbClr val="D7D6D2"/>
                </a:solidFill>
                <a:latin typeface="Arial"/>
                <a:ea typeface="Arial"/>
                <a:cs typeface="Arial"/>
              </a:rPr>
              <a:t>Set env/domain, CORS, migration, consultant roster, dan queue.</a:t>
            </a:r>
          </a:p>
        </p:txBody>
      </p:sp>
      <p:sp>
        <p:nvSpPr>
          <p:cNvPr id="29" name="">
            <a:extLst xmlns:a="http://schemas.openxmlformats.org/drawingml/2006/main">
              <a:ext uri="{FF2B5EF4-FFF2-40B4-BE49-F238E27FC236}">
                <a16:creationId xmlns:a16="http://schemas.microsoft.com/office/drawing/2014/main" id="{73FD6F7F-F716-456B-995F-88BB1FA63881}"/>
              </a:ext>
            </a:extLst>
          </p:cNvPr>
          <p:cNvSpPr>
            <a:spLocks xmlns:a="http://schemas.openxmlformats.org/drawingml/2006/main" noGrp="1"/>
          </p:cNvSpPr>
          <p:nvPr/>
        </p:nvSpPr>
        <p:spPr>
          <a:xfrm xmlns:a="http://schemas.openxmlformats.org/drawingml/2006/main" rot="0">
            <a:off x="5753100" y="2971800"/>
            <a:ext cx="381000" cy="381000"/>
          </a:xfrm>
          <a:prstGeom xmlns:a="http://schemas.openxmlformats.org/drawingml/2006/main" prst="ellipse">
            <a:avLst/>
          </a:prstGeom>
          <a:solidFill xmlns:a="http://schemas.openxmlformats.org/drawingml/2006/main">
            <a:srgbClr val="C6281C"/>
          </a:solidFill>
          <a:ln xmlns:a="http://schemas.openxmlformats.org/drawingml/2006/main" w="0">
            <a:solidFill>
              <a:srgbClr val="C6281C"/>
            </a:solidFill>
            <a:prstDash val="solid"/>
          </a:ln>
        </p:spPr>
      </p:sp>
      <p:sp>
        <p:nvSpPr>
          <p:cNvPr id="30" name="">
            <a:extLst xmlns:a="http://schemas.openxmlformats.org/drawingml/2006/main">
              <a:ext uri="{FF2B5EF4-FFF2-40B4-BE49-F238E27FC236}">
                <a16:creationId xmlns:a16="http://schemas.microsoft.com/office/drawing/2014/main" id="{DB8CAFDF-ED1A-437D-86FB-F329AE53FF06}"/>
              </a:ext>
            </a:extLst>
          </p:cNvPr>
          <p:cNvSpPr>
            <a:spLocks xmlns:a="http://schemas.openxmlformats.org/drawingml/2006/main" noGrp="1"/>
          </p:cNvSpPr>
          <p:nvPr/>
        </p:nvSpPr>
        <p:spPr>
          <a:xfrm xmlns:a="http://schemas.openxmlformats.org/drawingml/2006/main">
            <a:off x="5753100" y="306705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975" b="1">
                <a:solidFill>
                  <a:srgbClr val="FFFFFF"/>
                </a:solidFill>
                <a:latin typeface="Arial"/>
                <a:ea typeface="Arial"/>
                <a:cs typeface="Arial"/>
              </a:defRPr>
            </a:pPr>
            <a:r>
              <a:rPr sz="975" b="1">
                <a:solidFill>
                  <a:srgbClr val="FFFFFF"/>
                </a:solidFill>
                <a:latin typeface="Arial"/>
                <a:ea typeface="Arial"/>
                <a:cs typeface="Arial"/>
              </a:rPr>
              <a:t>2</a:t>
            </a:r>
          </a:p>
        </p:txBody>
      </p:sp>
      <p:sp>
        <p:nvSpPr>
          <p:cNvPr id="31" name="">
            <a:extLst xmlns:a="http://schemas.openxmlformats.org/drawingml/2006/main">
              <a:ext uri="{FF2B5EF4-FFF2-40B4-BE49-F238E27FC236}">
                <a16:creationId xmlns:a16="http://schemas.microsoft.com/office/drawing/2014/main" id="{58F5BEAD-8102-49E0-9625-786024112E99}"/>
              </a:ext>
            </a:extLst>
          </p:cNvPr>
          <p:cNvSpPr>
            <a:spLocks xmlns:a="http://schemas.openxmlformats.org/drawingml/2006/main" noGrp="1"/>
          </p:cNvSpPr>
          <p:nvPr/>
        </p:nvSpPr>
        <p:spPr>
          <a:xfrm xmlns:a="http://schemas.openxmlformats.org/drawingml/2006/main">
            <a:off x="6305550" y="29527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1">
                <a:solidFill>
                  <a:srgbClr val="FFFFFF"/>
                </a:solidFill>
                <a:latin typeface="Arial"/>
                <a:ea typeface="Arial"/>
                <a:cs typeface="Arial"/>
              </a:defRPr>
            </a:pPr>
            <a:r>
              <a:rPr sz="1500" b="1">
                <a:solidFill>
                  <a:srgbClr val="FFFFFF"/>
                </a:solidFill>
                <a:latin typeface="Arial"/>
                <a:ea typeface="Arial"/>
                <a:cs typeface="Arial"/>
              </a:rPr>
              <a:t>Kunci keputusan bisnis</a:t>
            </a:r>
          </a:p>
        </p:txBody>
      </p:sp>
      <p:sp>
        <p:nvSpPr>
          <p:cNvPr id="32" name="">
            <a:extLst xmlns:a="http://schemas.openxmlformats.org/drawingml/2006/main">
              <a:ext uri="{FF2B5EF4-FFF2-40B4-BE49-F238E27FC236}">
                <a16:creationId xmlns:a16="http://schemas.microsoft.com/office/drawing/2014/main" id="{21F95BB0-6483-4CF0-A861-12F789BB6AE0}"/>
              </a:ext>
            </a:extLst>
          </p:cNvPr>
          <p:cNvSpPr>
            <a:spLocks xmlns:a="http://schemas.openxmlformats.org/drawingml/2006/main" noGrp="1"/>
          </p:cNvSpPr>
          <p:nvPr/>
        </p:nvSpPr>
        <p:spPr>
          <a:xfrm xmlns:a="http://schemas.openxmlformats.org/drawingml/2006/main">
            <a:off x="6305550" y="3248025"/>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0">
                <a:solidFill>
                  <a:srgbClr val="D7D6D2"/>
                </a:solidFill>
                <a:latin typeface="Arial"/>
                <a:ea typeface="Arial"/>
                <a:cs typeface="Arial"/>
              </a:defRPr>
            </a:pPr>
            <a:r>
              <a:rPr sz="1050" b="0">
                <a:solidFill>
                  <a:srgbClr val="D7D6D2"/>
                </a:solidFill>
                <a:latin typeface="Arial"/>
                <a:ea typeface="Arial"/>
                <a:cs typeface="Arial"/>
              </a:rPr>
              <a:t>Setujui scoring, SLA, privacy/retention, harga, promo, serta klaim.</a:t>
            </a:r>
          </a:p>
        </p:txBody>
      </p:sp>
      <p:sp>
        <p:nvSpPr>
          <p:cNvPr id="33" name="">
            <a:extLst xmlns:a="http://schemas.openxmlformats.org/drawingml/2006/main">
              <a:ext uri="{FF2B5EF4-FFF2-40B4-BE49-F238E27FC236}">
                <a16:creationId xmlns:a16="http://schemas.microsoft.com/office/drawing/2014/main" id="{8973AA7E-8892-47CE-A04B-93985DBF9C77}"/>
              </a:ext>
            </a:extLst>
          </p:cNvPr>
          <p:cNvSpPr>
            <a:spLocks xmlns:a="http://schemas.openxmlformats.org/drawingml/2006/main" noGrp="1"/>
          </p:cNvSpPr>
          <p:nvPr/>
        </p:nvSpPr>
        <p:spPr>
          <a:xfrm xmlns:a="http://schemas.openxmlformats.org/drawingml/2006/main" rot="0">
            <a:off x="5753100" y="4038600"/>
            <a:ext cx="381000" cy="381000"/>
          </a:xfrm>
          <a:prstGeom xmlns:a="http://schemas.openxmlformats.org/drawingml/2006/main" prst="ellipse">
            <a:avLst/>
          </a:prstGeom>
          <a:solidFill xmlns:a="http://schemas.openxmlformats.org/drawingml/2006/main">
            <a:srgbClr val="C6281C"/>
          </a:solidFill>
          <a:ln xmlns:a="http://schemas.openxmlformats.org/drawingml/2006/main" w="0">
            <a:solidFill>
              <a:srgbClr val="C6281C"/>
            </a:solidFill>
            <a:prstDash val="solid"/>
          </a:ln>
        </p:spPr>
      </p:sp>
      <p:sp>
        <p:nvSpPr>
          <p:cNvPr id="34" name="">
            <a:extLst xmlns:a="http://schemas.openxmlformats.org/drawingml/2006/main">
              <a:ext uri="{FF2B5EF4-FFF2-40B4-BE49-F238E27FC236}">
                <a16:creationId xmlns:a16="http://schemas.microsoft.com/office/drawing/2014/main" id="{06D509CC-F15E-4DBB-A2EE-BAB2FF804690}"/>
              </a:ext>
            </a:extLst>
          </p:cNvPr>
          <p:cNvSpPr>
            <a:spLocks xmlns:a="http://schemas.openxmlformats.org/drawingml/2006/main" noGrp="1"/>
          </p:cNvSpPr>
          <p:nvPr/>
        </p:nvSpPr>
        <p:spPr>
          <a:xfrm xmlns:a="http://schemas.openxmlformats.org/drawingml/2006/main">
            <a:off x="5753100" y="413385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975" b="1">
                <a:solidFill>
                  <a:srgbClr val="FFFFFF"/>
                </a:solidFill>
                <a:latin typeface="Arial"/>
                <a:ea typeface="Arial"/>
                <a:cs typeface="Arial"/>
              </a:defRPr>
            </a:pPr>
            <a:r>
              <a:rPr sz="975" b="1">
                <a:solidFill>
                  <a:srgbClr val="FFFFFF"/>
                </a:solidFill>
                <a:latin typeface="Arial"/>
                <a:ea typeface="Arial"/>
                <a:cs typeface="Arial"/>
              </a:rPr>
              <a:t>3</a:t>
            </a:r>
          </a:p>
        </p:txBody>
      </p:sp>
      <p:sp>
        <p:nvSpPr>
          <p:cNvPr id="35" name="">
            <a:extLst xmlns:a="http://schemas.openxmlformats.org/drawingml/2006/main">
              <a:ext uri="{FF2B5EF4-FFF2-40B4-BE49-F238E27FC236}">
                <a16:creationId xmlns:a16="http://schemas.microsoft.com/office/drawing/2014/main" id="{1158B33B-F6DC-432D-8CA9-F5CB5AF38BAD}"/>
              </a:ext>
            </a:extLst>
          </p:cNvPr>
          <p:cNvSpPr>
            <a:spLocks xmlns:a="http://schemas.openxmlformats.org/drawingml/2006/main" noGrp="1"/>
          </p:cNvSpPr>
          <p:nvPr/>
        </p:nvSpPr>
        <p:spPr>
          <a:xfrm xmlns:a="http://schemas.openxmlformats.org/drawingml/2006/main">
            <a:off x="6305550" y="40195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1">
                <a:solidFill>
                  <a:srgbClr val="FFFFFF"/>
                </a:solidFill>
                <a:latin typeface="Arial"/>
                <a:ea typeface="Arial"/>
                <a:cs typeface="Arial"/>
              </a:defRPr>
            </a:pPr>
            <a:r>
              <a:rPr sz="1500" b="1">
                <a:solidFill>
                  <a:srgbClr val="FFFFFF"/>
                </a:solidFill>
                <a:latin typeface="Arial"/>
                <a:ea typeface="Arial"/>
                <a:cs typeface="Arial"/>
              </a:rPr>
              <a:t>Buktikan end-to-end</a:t>
            </a:r>
          </a:p>
        </p:txBody>
      </p:sp>
      <p:sp>
        <p:nvSpPr>
          <p:cNvPr id="36" name="">
            <a:extLst xmlns:a="http://schemas.openxmlformats.org/drawingml/2006/main">
              <a:ext uri="{FF2B5EF4-FFF2-40B4-BE49-F238E27FC236}">
                <a16:creationId xmlns:a16="http://schemas.microsoft.com/office/drawing/2014/main" id="{57678266-BA90-4DF1-B77A-A0C348DC5BDA}"/>
              </a:ext>
            </a:extLst>
          </p:cNvPr>
          <p:cNvSpPr>
            <a:spLocks xmlns:a="http://schemas.openxmlformats.org/drawingml/2006/main" noGrp="1"/>
          </p:cNvSpPr>
          <p:nvPr/>
        </p:nvSpPr>
        <p:spPr>
          <a:xfrm xmlns:a="http://schemas.openxmlformats.org/drawingml/2006/main">
            <a:off x="6305550" y="4314825"/>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0">
                <a:solidFill>
                  <a:srgbClr val="D7D6D2"/>
                </a:solidFill>
                <a:latin typeface="Arial"/>
                <a:ea typeface="Arial"/>
                <a:cs typeface="Arial"/>
              </a:defRPr>
            </a:pPr>
            <a:r>
              <a:rPr sz="1050" b="0">
                <a:solidFill>
                  <a:srgbClr val="D7D6D2"/>
                </a:solidFill>
                <a:latin typeface="Arial"/>
                <a:ea typeface="Arial"/>
                <a:cs typeface="Arial"/>
              </a:rPr>
              <a:t>Submit staging → database → dashboard → WhatsApp; lalu GA4 dan Lighthouse production.</a:t>
            </a:r>
          </a:p>
        </p:txBody>
      </p:sp>
      <p:sp>
        <p:nvSpPr>
          <p:cNvPr id="37" name="">
            <a:extLst xmlns:a="http://schemas.openxmlformats.org/drawingml/2006/main">
              <a:ext uri="{FF2B5EF4-FFF2-40B4-BE49-F238E27FC236}">
                <a16:creationId xmlns:a16="http://schemas.microsoft.com/office/drawing/2014/main" id="{B6F7AA73-EC31-48F2-93A9-69E5E955DBA4}"/>
              </a:ext>
            </a:extLst>
          </p:cNvPr>
          <p:cNvSpPr>
            <a:spLocks xmlns:a="http://schemas.openxmlformats.org/drawingml/2006/main" noGrp="1"/>
          </p:cNvSpPr>
          <p:nvPr/>
        </p:nvSpPr>
        <p:spPr>
          <a:xfrm xmlns:a="http://schemas.openxmlformats.org/drawingml/2006/main" rot="0">
            <a:off x="571500" y="5581650"/>
            <a:ext cx="11068050" cy="666750"/>
          </a:xfrm>
          <a:prstGeom xmlns:a="http://schemas.openxmlformats.org/drawingml/2006/main" prst="roundRect">
            <a:avLst>
              <a:gd name="adj" fmla="val 11429"/>
            </a:avLst>
          </a:prstGeom>
          <a:solidFill xmlns:a="http://schemas.openxmlformats.org/drawingml/2006/main">
            <a:srgbClr val="C6281C"/>
          </a:solidFill>
          <a:ln xmlns:a="http://schemas.openxmlformats.org/drawingml/2006/main" w="0">
            <a:solidFill>
              <a:srgbClr val="C6281C"/>
            </a:solidFill>
            <a:prstDash val="solid"/>
          </a:ln>
        </p:spPr>
      </p:sp>
      <p:sp>
        <p:nvSpPr>
          <p:cNvPr id="38" name="">
            <a:extLst xmlns:a="http://schemas.openxmlformats.org/drawingml/2006/main">
              <a:ext uri="{FF2B5EF4-FFF2-40B4-BE49-F238E27FC236}">
                <a16:creationId xmlns:a16="http://schemas.microsoft.com/office/drawing/2014/main" id="{D5AFB1C3-8271-4054-96DF-194E9CF5DE39}"/>
              </a:ext>
            </a:extLst>
          </p:cNvPr>
          <p:cNvSpPr>
            <a:spLocks xmlns:a="http://schemas.openxmlformats.org/drawingml/2006/main" noGrp="1"/>
          </p:cNvSpPr>
          <p:nvPr/>
        </p:nvSpPr>
        <p:spPr>
          <a:xfrm xmlns:a="http://schemas.openxmlformats.org/drawingml/2006/main">
            <a:off x="781050" y="5791200"/>
            <a:ext cx="13144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1">
                <a:solidFill>
                  <a:srgbClr val="FFD9D4"/>
                </a:solidFill>
                <a:latin typeface="Arial"/>
                <a:ea typeface="Arial"/>
                <a:cs typeface="Arial"/>
              </a:defRPr>
            </a:pPr>
            <a:r>
              <a:rPr sz="825" b="1">
                <a:solidFill>
                  <a:srgbClr val="FFD9D4"/>
                </a:solidFill>
                <a:latin typeface="Arial"/>
                <a:ea typeface="Arial"/>
                <a:cs typeface="Arial"/>
              </a:rPr>
              <a:t>REKOMENDASI</a:t>
            </a:r>
          </a:p>
        </p:txBody>
      </p:sp>
      <p:sp>
        <p:nvSpPr>
          <p:cNvPr id="39" name="">
            <a:extLst xmlns:a="http://schemas.openxmlformats.org/drawingml/2006/main">
              <a:ext uri="{FF2B5EF4-FFF2-40B4-BE49-F238E27FC236}">
                <a16:creationId xmlns:a16="http://schemas.microsoft.com/office/drawing/2014/main" id="{C6140498-7867-4D90-866F-67798F03619D}"/>
              </a:ext>
            </a:extLst>
          </p:cNvPr>
          <p:cNvSpPr>
            <a:spLocks xmlns:a="http://schemas.openxmlformats.org/drawingml/2006/main" noGrp="1"/>
          </p:cNvSpPr>
          <p:nvPr/>
        </p:nvSpPr>
        <p:spPr>
          <a:xfrm xmlns:a="http://schemas.openxmlformats.org/drawingml/2006/main">
            <a:off x="2209800" y="5715000"/>
            <a:ext cx="9029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1">
                <a:solidFill>
                  <a:srgbClr val="FFFFFF"/>
                </a:solidFill>
                <a:latin typeface="Arial"/>
                <a:ea typeface="Arial"/>
                <a:cs typeface="Arial"/>
              </a:defRPr>
            </a:pPr>
            <a:r>
              <a:rPr sz="1650" b="1">
                <a:solidFill>
                  <a:srgbClr val="FFFFFF"/>
                </a:solidFill>
                <a:latin typeface="Arial"/>
                <a:ea typeface="Arial"/>
                <a:cs typeface="Arial"/>
              </a:rPr>
              <a:t>Lanjut ke staging terkontrol—ukur conversion, jangan mengulang redesign dari nol.</a:t>
            </a:r>
          </a:p>
        </p:txBody>
      </p:sp>
    </p:spTree>
    <p:extLst>
      <p:ext uri="{BB962C8B-B14F-4D97-AF65-F5344CB8AC3E}">
        <p14:creationId xmlns:p14="http://schemas.microsoft.com/office/powerpoint/2010/main" val="10932157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33350" dist="60241" dir="4293903">
              <a:srgbClr val="000000">
                <a:alpha val="12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2026-08-30T14:37:55.1100000Z</dcterms:created>
  <dcterms:modified xsi:type="dcterms:W3CDTF">2026-08-30T14:37:55.1100000Z</dcterms:modified>
</coreProperties>
</file>